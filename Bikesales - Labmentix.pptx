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sldIdLst>
    <p:sldId id="256" r:id="rId3"/>
    <p:sldId id="258" r:id="rId4"/>
    <p:sldId id="260" r:id="rId5"/>
    <p:sldId id="257" r:id="rId6"/>
    <p:sldId id="261" r:id="rId7"/>
    <p:sldId id="262" r:id="rId8"/>
    <p:sldId id="263" r:id="rId9"/>
    <p:sldId id="264" r:id="rId10"/>
    <p:sldId id="267" r:id="rId11"/>
    <p:sldId id="266" r:id="rId12"/>
    <p:sldId id="265"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2D1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0AD95-05E8-7E0A-991B-894B03A8D5CF}" v="436" dt="2025-12-22T12:52:40.913"/>
    <p1510:client id="{6E4CD70E-98E9-4BA4-3727-DE20C0DB1C16}" v="1" dt="2025-12-23T08:01:09.254"/>
    <p1510:client id="{8774F5F7-1BCE-88A3-72C8-E9C9546F4FEA}" v="537" dt="2025-12-23T07:11:58.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M D" userId="4181be928f228a0a" providerId="Windows Live" clId="Web-{8774F5F7-1BCE-88A3-72C8-E9C9546F4FEA}"/>
    <pc:docChg chg="addSld modSld">
      <pc:chgData name="DM D" userId="4181be928f228a0a" providerId="Windows Live" clId="Web-{8774F5F7-1BCE-88A3-72C8-E9C9546F4FEA}" dt="2025-12-23T07:11:58.704" v="518" actId="1076"/>
      <pc:docMkLst>
        <pc:docMk/>
      </pc:docMkLst>
      <pc:sldChg chg="modSp">
        <pc:chgData name="DM D" userId="4181be928f228a0a" providerId="Windows Live" clId="Web-{8774F5F7-1BCE-88A3-72C8-E9C9546F4FEA}" dt="2025-12-23T07:07:25.575" v="483" actId="20577"/>
        <pc:sldMkLst>
          <pc:docMk/>
          <pc:sldMk cId="2875329152" sldId="257"/>
        </pc:sldMkLst>
        <pc:spChg chg="mod">
          <ac:chgData name="DM D" userId="4181be928f228a0a" providerId="Windows Live" clId="Web-{8774F5F7-1BCE-88A3-72C8-E9C9546F4FEA}" dt="2025-12-23T07:07:25.575" v="483" actId="20577"/>
          <ac:spMkLst>
            <pc:docMk/>
            <pc:sldMk cId="2875329152" sldId="257"/>
            <ac:spMk id="3" creationId="{E4268F08-92F1-D6EC-E2EE-1543269C4D41}"/>
          </ac:spMkLst>
        </pc:spChg>
      </pc:sldChg>
      <pc:sldChg chg="modSp">
        <pc:chgData name="DM D" userId="4181be928f228a0a" providerId="Windows Live" clId="Web-{8774F5F7-1BCE-88A3-72C8-E9C9546F4FEA}" dt="2025-12-23T07:03:40.492" v="432" actId="1076"/>
        <pc:sldMkLst>
          <pc:docMk/>
          <pc:sldMk cId="3615574016" sldId="258"/>
        </pc:sldMkLst>
        <pc:spChg chg="mod">
          <ac:chgData name="DM D" userId="4181be928f228a0a" providerId="Windows Live" clId="Web-{8774F5F7-1BCE-88A3-72C8-E9C9546F4FEA}" dt="2025-12-23T07:03:40.492" v="432" actId="1076"/>
          <ac:spMkLst>
            <pc:docMk/>
            <pc:sldMk cId="3615574016" sldId="258"/>
            <ac:spMk id="2" creationId="{E793620F-CC84-775A-1E0D-DEDA6457CD8E}"/>
          </ac:spMkLst>
        </pc:spChg>
        <pc:spChg chg="mod">
          <ac:chgData name="DM D" userId="4181be928f228a0a" providerId="Windows Live" clId="Web-{8774F5F7-1BCE-88A3-72C8-E9C9546F4FEA}" dt="2025-12-23T07:03:36.180" v="431" actId="20577"/>
          <ac:spMkLst>
            <pc:docMk/>
            <pc:sldMk cId="3615574016" sldId="258"/>
            <ac:spMk id="3" creationId="{C2DBF2CA-E378-CDB7-9F2A-3749D62B455A}"/>
          </ac:spMkLst>
        </pc:spChg>
      </pc:sldChg>
      <pc:sldChg chg="modSp">
        <pc:chgData name="DM D" userId="4181be928f228a0a" providerId="Windows Live" clId="Web-{8774F5F7-1BCE-88A3-72C8-E9C9546F4FEA}" dt="2025-12-23T07:09:48.859" v="501" actId="14100"/>
        <pc:sldMkLst>
          <pc:docMk/>
          <pc:sldMk cId="2251213710" sldId="260"/>
        </pc:sldMkLst>
        <pc:spChg chg="mod">
          <ac:chgData name="DM D" userId="4181be928f228a0a" providerId="Windows Live" clId="Web-{8774F5F7-1BCE-88A3-72C8-E9C9546F4FEA}" dt="2025-12-23T07:09:48.859" v="501" actId="14100"/>
          <ac:spMkLst>
            <pc:docMk/>
            <pc:sldMk cId="2251213710" sldId="260"/>
            <ac:spMk id="3" creationId="{935E478A-A795-5A79-E52E-BADC76CBF93A}"/>
          </ac:spMkLst>
        </pc:spChg>
      </pc:sldChg>
      <pc:sldChg chg="addSp modSp">
        <pc:chgData name="DM D" userId="4181be928f228a0a" providerId="Windows Live" clId="Web-{8774F5F7-1BCE-88A3-72C8-E9C9546F4FEA}" dt="2025-12-23T06:54:58.425" v="356" actId="20577"/>
        <pc:sldMkLst>
          <pc:docMk/>
          <pc:sldMk cId="894898358" sldId="261"/>
        </pc:sldMkLst>
        <pc:spChg chg="mod">
          <ac:chgData name="DM D" userId="4181be928f228a0a" providerId="Windows Live" clId="Web-{8774F5F7-1BCE-88A3-72C8-E9C9546F4FEA}" dt="2025-12-23T06:54:58.425" v="356" actId="20577"/>
          <ac:spMkLst>
            <pc:docMk/>
            <pc:sldMk cId="894898358" sldId="261"/>
            <ac:spMk id="2" creationId="{66DC9503-1FBC-D702-6899-F07A8BA3D9F9}"/>
          </ac:spMkLst>
        </pc:spChg>
        <pc:spChg chg="mod">
          <ac:chgData name="DM D" userId="4181be928f228a0a" providerId="Windows Live" clId="Web-{8774F5F7-1BCE-88A3-72C8-E9C9546F4FEA}" dt="2025-12-23T06:52:55.392" v="336" actId="20577"/>
          <ac:spMkLst>
            <pc:docMk/>
            <pc:sldMk cId="894898358" sldId="261"/>
            <ac:spMk id="3" creationId="{6F979AB9-AD57-BE89-1566-53B524373762}"/>
          </ac:spMkLst>
        </pc:spChg>
        <pc:picChg chg="add mod">
          <ac:chgData name="DM D" userId="4181be928f228a0a" providerId="Windows Live" clId="Web-{8774F5F7-1BCE-88A3-72C8-E9C9546F4FEA}" dt="2025-12-23T06:53:11.455" v="339" actId="14100"/>
          <ac:picMkLst>
            <pc:docMk/>
            <pc:sldMk cId="894898358" sldId="261"/>
            <ac:picMk id="4" creationId="{606C93EC-780C-49DC-48F0-F9584FC16736}"/>
          </ac:picMkLst>
        </pc:picChg>
      </pc:sldChg>
      <pc:sldChg chg="modSp">
        <pc:chgData name="DM D" userId="4181be928f228a0a" providerId="Windows Live" clId="Web-{8774F5F7-1BCE-88A3-72C8-E9C9546F4FEA}" dt="2025-12-23T06:27:09.569" v="136" actId="20577"/>
        <pc:sldMkLst>
          <pc:docMk/>
          <pc:sldMk cId="1122432648" sldId="262"/>
        </pc:sldMkLst>
        <pc:spChg chg="mod">
          <ac:chgData name="DM D" userId="4181be928f228a0a" providerId="Windows Live" clId="Web-{8774F5F7-1BCE-88A3-72C8-E9C9546F4FEA}" dt="2025-12-23T06:24:54.233" v="78" actId="20577"/>
          <ac:spMkLst>
            <pc:docMk/>
            <pc:sldMk cId="1122432648" sldId="262"/>
            <ac:spMk id="2" creationId="{E92DC63B-2C01-0378-972C-8D06658BE98D}"/>
          </ac:spMkLst>
        </pc:spChg>
        <pc:spChg chg="mod">
          <ac:chgData name="DM D" userId="4181be928f228a0a" providerId="Windows Live" clId="Web-{8774F5F7-1BCE-88A3-72C8-E9C9546F4FEA}" dt="2025-12-23T06:27:09.569" v="136" actId="20577"/>
          <ac:spMkLst>
            <pc:docMk/>
            <pc:sldMk cId="1122432648" sldId="262"/>
            <ac:spMk id="3" creationId="{2BEA27AD-1FEC-37E4-48CF-CBDADD427CEF}"/>
          </ac:spMkLst>
        </pc:spChg>
      </pc:sldChg>
      <pc:sldChg chg="addSp modSp new">
        <pc:chgData name="DM D" userId="4181be928f228a0a" providerId="Windows Live" clId="Web-{8774F5F7-1BCE-88A3-72C8-E9C9546F4FEA}" dt="2025-12-23T06:30:26.389" v="178" actId="20577"/>
        <pc:sldMkLst>
          <pc:docMk/>
          <pc:sldMk cId="1038151721" sldId="263"/>
        </pc:sldMkLst>
        <pc:spChg chg="mod">
          <ac:chgData name="DM D" userId="4181be928f228a0a" providerId="Windows Live" clId="Web-{8774F5F7-1BCE-88A3-72C8-E9C9546F4FEA}" dt="2025-12-23T06:27:27.930" v="137" actId="20577"/>
          <ac:spMkLst>
            <pc:docMk/>
            <pc:sldMk cId="1038151721" sldId="263"/>
            <ac:spMk id="2" creationId="{003EE22C-3CA2-B0B6-FCA8-1303881C0647}"/>
          </ac:spMkLst>
        </pc:spChg>
        <pc:spChg chg="mod">
          <ac:chgData name="DM D" userId="4181be928f228a0a" providerId="Windows Live" clId="Web-{8774F5F7-1BCE-88A3-72C8-E9C9546F4FEA}" dt="2025-12-23T06:30:26.389" v="178" actId="20577"/>
          <ac:spMkLst>
            <pc:docMk/>
            <pc:sldMk cId="1038151721" sldId="263"/>
            <ac:spMk id="3" creationId="{539A3F82-F387-F2C7-C217-DC674653BA7F}"/>
          </ac:spMkLst>
        </pc:spChg>
        <pc:picChg chg="add mod">
          <ac:chgData name="DM D" userId="4181be928f228a0a" providerId="Windows Live" clId="Web-{8774F5F7-1BCE-88A3-72C8-E9C9546F4FEA}" dt="2025-12-23T06:28:16.619" v="156" actId="14100"/>
          <ac:picMkLst>
            <pc:docMk/>
            <pc:sldMk cId="1038151721" sldId="263"/>
            <ac:picMk id="4" creationId="{62F22403-023E-1296-92FC-3C38F5647FF0}"/>
          </ac:picMkLst>
        </pc:picChg>
      </pc:sldChg>
      <pc:sldChg chg="addSp delSp modSp add replId">
        <pc:chgData name="DM D" userId="4181be928f228a0a" providerId="Windows Live" clId="Web-{8774F5F7-1BCE-88A3-72C8-E9C9546F4FEA}" dt="2025-12-23T06:29:33.137" v="172" actId="14100"/>
        <pc:sldMkLst>
          <pc:docMk/>
          <pc:sldMk cId="396892012" sldId="264"/>
        </pc:sldMkLst>
        <pc:spChg chg="mod">
          <ac:chgData name="DM D" userId="4181be928f228a0a" providerId="Windows Live" clId="Web-{8774F5F7-1BCE-88A3-72C8-E9C9546F4FEA}" dt="2025-12-23T06:29:33.137" v="172" actId="14100"/>
          <ac:spMkLst>
            <pc:docMk/>
            <pc:sldMk cId="396892012" sldId="264"/>
            <ac:spMk id="3" creationId="{96E93624-6ACF-586A-94B3-6EEDE881B66D}"/>
          </ac:spMkLst>
        </pc:spChg>
        <pc:picChg chg="del">
          <ac:chgData name="DM D" userId="4181be928f228a0a" providerId="Windows Live" clId="Web-{8774F5F7-1BCE-88A3-72C8-E9C9546F4FEA}" dt="2025-12-23T06:28:42.995" v="160"/>
          <ac:picMkLst>
            <pc:docMk/>
            <pc:sldMk cId="396892012" sldId="264"/>
            <ac:picMk id="4" creationId="{D508363A-A065-25E0-408E-65AD611CD0D2}"/>
          </ac:picMkLst>
        </pc:picChg>
        <pc:picChg chg="add mod">
          <ac:chgData name="DM D" userId="4181be928f228a0a" providerId="Windows Live" clId="Web-{8774F5F7-1BCE-88A3-72C8-E9C9546F4FEA}" dt="2025-12-23T06:28:55.980" v="165" actId="14100"/>
          <ac:picMkLst>
            <pc:docMk/>
            <pc:sldMk cId="396892012" sldId="264"/>
            <ac:picMk id="5" creationId="{62C17B41-0E5D-F320-DD47-75BA2A2505F9}"/>
          </ac:picMkLst>
        </pc:picChg>
      </pc:sldChg>
      <pc:sldChg chg="addSp delSp modSp add replId">
        <pc:chgData name="DM D" userId="4181be928f228a0a" providerId="Windows Live" clId="Web-{8774F5F7-1BCE-88A3-72C8-E9C9546F4FEA}" dt="2025-12-23T06:34:22.659" v="216" actId="14100"/>
        <pc:sldMkLst>
          <pc:docMk/>
          <pc:sldMk cId="3239673046" sldId="265"/>
        </pc:sldMkLst>
        <pc:spChg chg="mod">
          <ac:chgData name="DM D" userId="4181be928f228a0a" providerId="Windows Live" clId="Web-{8774F5F7-1BCE-88A3-72C8-E9C9546F4FEA}" dt="2025-12-23T06:34:04.408" v="211" actId="20577"/>
          <ac:spMkLst>
            <pc:docMk/>
            <pc:sldMk cId="3239673046" sldId="265"/>
            <ac:spMk id="3" creationId="{2AF1096C-A9B7-298D-D4F0-430026050DEB}"/>
          </ac:spMkLst>
        </pc:spChg>
        <pc:picChg chg="add mod">
          <ac:chgData name="DM D" userId="4181be928f228a0a" providerId="Windows Live" clId="Web-{8774F5F7-1BCE-88A3-72C8-E9C9546F4FEA}" dt="2025-12-23T06:34:22.659" v="216" actId="14100"/>
          <ac:picMkLst>
            <pc:docMk/>
            <pc:sldMk cId="3239673046" sldId="265"/>
            <ac:picMk id="4" creationId="{D60E796A-3FBA-7A7D-2797-88E522B8EA9E}"/>
          </ac:picMkLst>
        </pc:picChg>
        <pc:picChg chg="del">
          <ac:chgData name="DM D" userId="4181be928f228a0a" providerId="Windows Live" clId="Web-{8774F5F7-1BCE-88A3-72C8-E9C9546F4FEA}" dt="2025-12-23T06:34:07.846" v="212"/>
          <ac:picMkLst>
            <pc:docMk/>
            <pc:sldMk cId="3239673046" sldId="265"/>
            <ac:picMk id="5" creationId="{DC000837-71C1-4C14-3EA1-9B512ABB1436}"/>
          </ac:picMkLst>
        </pc:picChg>
      </pc:sldChg>
      <pc:sldChg chg="addSp delSp modSp add replId">
        <pc:chgData name="DM D" userId="4181be928f228a0a" providerId="Windows Live" clId="Web-{8774F5F7-1BCE-88A3-72C8-E9C9546F4FEA}" dt="2025-12-23T06:33:21.189" v="205" actId="14100"/>
        <pc:sldMkLst>
          <pc:docMk/>
          <pc:sldMk cId="4039552249" sldId="266"/>
        </pc:sldMkLst>
        <pc:spChg chg="mod">
          <ac:chgData name="DM D" userId="4181be928f228a0a" providerId="Windows Live" clId="Web-{8774F5F7-1BCE-88A3-72C8-E9C9546F4FEA}" dt="2025-12-23T06:32:59.189" v="201" actId="20577"/>
          <ac:spMkLst>
            <pc:docMk/>
            <pc:sldMk cId="4039552249" sldId="266"/>
            <ac:spMk id="3" creationId="{EF65A5DA-D8F0-7839-69DB-A53B178AB152}"/>
          </ac:spMkLst>
        </pc:spChg>
        <pc:picChg chg="add mod">
          <ac:chgData name="DM D" userId="4181be928f228a0a" providerId="Windows Live" clId="Web-{8774F5F7-1BCE-88A3-72C8-E9C9546F4FEA}" dt="2025-12-23T06:33:21.189" v="205" actId="14100"/>
          <ac:picMkLst>
            <pc:docMk/>
            <pc:sldMk cId="4039552249" sldId="266"/>
            <ac:picMk id="4" creationId="{E437F847-144E-A17C-3905-8CC40A7D8D84}"/>
          </ac:picMkLst>
        </pc:picChg>
        <pc:picChg chg="del">
          <ac:chgData name="DM D" userId="4181be928f228a0a" providerId="Windows Live" clId="Web-{8774F5F7-1BCE-88A3-72C8-E9C9546F4FEA}" dt="2025-12-23T06:32:22.313" v="196"/>
          <ac:picMkLst>
            <pc:docMk/>
            <pc:sldMk cId="4039552249" sldId="266"/>
            <ac:picMk id="5" creationId="{1FD23E2E-EE97-1432-A43D-5551B1B1DE47}"/>
          </ac:picMkLst>
        </pc:picChg>
      </pc:sldChg>
      <pc:sldChg chg="addSp delSp modSp add replId">
        <pc:chgData name="DM D" userId="4181be928f228a0a" providerId="Windows Live" clId="Web-{8774F5F7-1BCE-88A3-72C8-E9C9546F4FEA}" dt="2025-12-23T06:32:04.047" v="195" actId="14100"/>
        <pc:sldMkLst>
          <pc:docMk/>
          <pc:sldMk cId="2795192134" sldId="267"/>
        </pc:sldMkLst>
        <pc:spChg chg="mod">
          <ac:chgData name="DM D" userId="4181be928f228a0a" providerId="Windows Live" clId="Web-{8774F5F7-1BCE-88A3-72C8-E9C9546F4FEA}" dt="2025-12-23T06:31:42.828" v="190" actId="20577"/>
          <ac:spMkLst>
            <pc:docMk/>
            <pc:sldMk cId="2795192134" sldId="267"/>
            <ac:spMk id="3" creationId="{CE462ACD-7882-00BF-04A4-AC0BF4DD8632}"/>
          </ac:spMkLst>
        </pc:spChg>
        <pc:picChg chg="add mod">
          <ac:chgData name="DM D" userId="4181be928f228a0a" providerId="Windows Live" clId="Web-{8774F5F7-1BCE-88A3-72C8-E9C9546F4FEA}" dt="2025-12-23T06:32:04.047" v="195" actId="14100"/>
          <ac:picMkLst>
            <pc:docMk/>
            <pc:sldMk cId="2795192134" sldId="267"/>
            <ac:picMk id="4" creationId="{C8D18D91-8C4D-AC4A-87E2-5A253D3A2C9B}"/>
          </ac:picMkLst>
        </pc:picChg>
        <pc:picChg chg="del">
          <ac:chgData name="DM D" userId="4181be928f228a0a" providerId="Windows Live" clId="Web-{8774F5F7-1BCE-88A3-72C8-E9C9546F4FEA}" dt="2025-12-23T06:30:58.467" v="183"/>
          <ac:picMkLst>
            <pc:docMk/>
            <pc:sldMk cId="2795192134" sldId="267"/>
            <ac:picMk id="5" creationId="{2D1C8DED-B4C7-59D6-AC36-9357FD2E21EA}"/>
          </ac:picMkLst>
        </pc:picChg>
      </pc:sldChg>
      <pc:sldChg chg="addSp delSp modSp new">
        <pc:chgData name="DM D" userId="4181be928f228a0a" providerId="Windows Live" clId="Web-{8774F5F7-1BCE-88A3-72C8-E9C9546F4FEA}" dt="2025-12-23T07:11:58.704" v="518" actId="1076"/>
        <pc:sldMkLst>
          <pc:docMk/>
          <pc:sldMk cId="2594533299" sldId="268"/>
        </pc:sldMkLst>
        <pc:spChg chg="mod">
          <ac:chgData name="DM D" userId="4181be928f228a0a" providerId="Windows Live" clId="Web-{8774F5F7-1BCE-88A3-72C8-E9C9546F4FEA}" dt="2025-12-23T07:11:34" v="513" actId="1076"/>
          <ac:spMkLst>
            <pc:docMk/>
            <pc:sldMk cId="2594533299" sldId="268"/>
            <ac:spMk id="2" creationId="{DB25D1A4-0C9F-53A0-1FD5-9A97067FA0DC}"/>
          </ac:spMkLst>
        </pc:spChg>
        <pc:spChg chg="mod">
          <ac:chgData name="DM D" userId="4181be928f228a0a" providerId="Windows Live" clId="Web-{8774F5F7-1BCE-88A3-72C8-E9C9546F4FEA}" dt="2025-12-23T07:11:58.704" v="518" actId="1076"/>
          <ac:spMkLst>
            <pc:docMk/>
            <pc:sldMk cId="2594533299" sldId="268"/>
            <ac:spMk id="3" creationId="{C2633F62-0ACE-EA17-11FB-02A03D9A27E9}"/>
          </ac:spMkLst>
        </pc:spChg>
        <pc:spChg chg="add del mod">
          <ac:chgData name="DM D" userId="4181be928f228a0a" providerId="Windows Live" clId="Web-{8774F5F7-1BCE-88A3-72C8-E9C9546F4FEA}" dt="2025-12-23T06:42:21.842" v="233"/>
          <ac:spMkLst>
            <pc:docMk/>
            <pc:sldMk cId="2594533299" sldId="268"/>
            <ac:spMk id="4" creationId="{F56D2247-9021-64CF-6E63-F127B77C6B09}"/>
          </ac:spMkLst>
        </pc:spChg>
        <pc:picChg chg="add mod">
          <ac:chgData name="DM D" userId="4181be928f228a0a" providerId="Windows Live" clId="Web-{8774F5F7-1BCE-88A3-72C8-E9C9546F4FEA}" dt="2025-12-23T07:11:40.688" v="515" actId="1076"/>
          <ac:picMkLst>
            <pc:docMk/>
            <pc:sldMk cId="2594533299" sldId="268"/>
            <ac:picMk id="5" creationId="{ACE33414-3829-9086-3BDE-AA2282C0A3BB}"/>
          </ac:picMkLst>
        </pc:picChg>
      </pc:sldChg>
      <pc:sldChg chg="addSp delSp modSp new">
        <pc:chgData name="DM D" userId="4181be928f228a0a" providerId="Windows Live" clId="Web-{8774F5F7-1BCE-88A3-72C8-E9C9546F4FEA}" dt="2025-12-23T06:44:41.522" v="260" actId="14100"/>
        <pc:sldMkLst>
          <pc:docMk/>
          <pc:sldMk cId="1090124185" sldId="269"/>
        </pc:sldMkLst>
        <pc:spChg chg="mod">
          <ac:chgData name="DM D" userId="4181be928f228a0a" providerId="Windows Live" clId="Web-{8774F5F7-1BCE-88A3-72C8-E9C9546F4FEA}" dt="2025-12-23T06:44:32.287" v="257" actId="14100"/>
          <ac:spMkLst>
            <pc:docMk/>
            <pc:sldMk cId="1090124185" sldId="269"/>
            <ac:spMk id="2" creationId="{28A9925B-3379-DC6E-B4FF-0D4E12907C2B}"/>
          </ac:spMkLst>
        </pc:spChg>
        <pc:spChg chg="del mod">
          <ac:chgData name="DM D" userId="4181be928f228a0a" providerId="Windows Live" clId="Web-{8774F5F7-1BCE-88A3-72C8-E9C9546F4FEA}" dt="2025-12-23T06:44:14.349" v="252"/>
          <ac:spMkLst>
            <pc:docMk/>
            <pc:sldMk cId="1090124185" sldId="269"/>
            <ac:spMk id="3" creationId="{AFFE0B02-0CF6-1F3A-156D-BAFE41CD8188}"/>
          </ac:spMkLst>
        </pc:spChg>
        <pc:picChg chg="add mod ord">
          <ac:chgData name="DM D" userId="4181be928f228a0a" providerId="Windows Live" clId="Web-{8774F5F7-1BCE-88A3-72C8-E9C9546F4FEA}" dt="2025-12-23T06:44:41.522" v="260" actId="14100"/>
          <ac:picMkLst>
            <pc:docMk/>
            <pc:sldMk cId="1090124185" sldId="269"/>
            <ac:picMk id="4" creationId="{D7A3B1A4-D874-FF00-EF73-2B1D7C01B1C4}"/>
          </ac:picMkLst>
        </pc:picChg>
      </pc:sldChg>
      <pc:sldChg chg="modSp new">
        <pc:chgData name="DM D" userId="4181be928f228a0a" providerId="Windows Live" clId="Web-{8774F5F7-1BCE-88A3-72C8-E9C9546F4FEA}" dt="2025-12-23T06:48:30.825" v="302" actId="20577"/>
        <pc:sldMkLst>
          <pc:docMk/>
          <pc:sldMk cId="1124078956" sldId="270"/>
        </pc:sldMkLst>
        <pc:spChg chg="mod">
          <ac:chgData name="DM D" userId="4181be928f228a0a" providerId="Windows Live" clId="Web-{8774F5F7-1BCE-88A3-72C8-E9C9546F4FEA}" dt="2025-12-23T06:47:44.527" v="295" actId="20577"/>
          <ac:spMkLst>
            <pc:docMk/>
            <pc:sldMk cId="1124078956" sldId="270"/>
            <ac:spMk id="2" creationId="{681CC2B1-C54B-FE48-B91B-B4F372D8A4DD}"/>
          </ac:spMkLst>
        </pc:spChg>
        <pc:spChg chg="mod">
          <ac:chgData name="DM D" userId="4181be928f228a0a" providerId="Windows Live" clId="Web-{8774F5F7-1BCE-88A3-72C8-E9C9546F4FEA}" dt="2025-12-23T06:48:30.825" v="302" actId="20577"/>
          <ac:spMkLst>
            <pc:docMk/>
            <pc:sldMk cId="1124078956" sldId="270"/>
            <ac:spMk id="3" creationId="{0A6BD545-1C22-25A2-A1DE-BE7CE06A96F4}"/>
          </ac:spMkLst>
        </pc:spChg>
      </pc:sldChg>
      <pc:sldChg chg="addSp delSp modSp new mod setBg">
        <pc:chgData name="DM D" userId="4181be928f228a0a" providerId="Windows Live" clId="Web-{8774F5F7-1BCE-88A3-72C8-E9C9546F4FEA}" dt="2025-12-23T06:51:15.766" v="320"/>
        <pc:sldMkLst>
          <pc:docMk/>
          <pc:sldMk cId="1944665853" sldId="271"/>
        </pc:sldMkLst>
        <pc:spChg chg="del">
          <ac:chgData name="DM D" userId="4181be928f228a0a" providerId="Windows Live" clId="Web-{8774F5F7-1BCE-88A3-72C8-E9C9546F4FEA}" dt="2025-12-23T06:49:05.607" v="316"/>
          <ac:spMkLst>
            <pc:docMk/>
            <pc:sldMk cId="1944665853" sldId="271"/>
            <ac:spMk id="2" creationId="{889CB881-DD2B-F043-9F48-15D77F8741FB}"/>
          </ac:spMkLst>
        </pc:spChg>
        <pc:spChg chg="del mod">
          <ac:chgData name="DM D" userId="4181be928f228a0a" providerId="Windows Live" clId="Web-{8774F5F7-1BCE-88A3-72C8-E9C9546F4FEA}" dt="2025-12-23T06:50:59.719" v="318"/>
          <ac:spMkLst>
            <pc:docMk/>
            <pc:sldMk cId="1944665853" sldId="271"/>
            <ac:spMk id="3" creationId="{80C05C3A-D8A0-B03B-61BC-7494FDC6B805}"/>
          </ac:spMkLst>
        </pc:spChg>
        <pc:spChg chg="add">
          <ac:chgData name="DM D" userId="4181be928f228a0a" providerId="Windows Live" clId="Web-{8774F5F7-1BCE-88A3-72C8-E9C9546F4FEA}" dt="2025-12-23T06:51:15.766" v="320"/>
          <ac:spMkLst>
            <pc:docMk/>
            <pc:sldMk cId="1944665853" sldId="271"/>
            <ac:spMk id="9" creationId="{E722B2DD-E14D-4972-9D98-5D6E61B1B2D2}"/>
          </ac:spMkLst>
        </pc:spChg>
        <pc:spChg chg="add">
          <ac:chgData name="DM D" userId="4181be928f228a0a" providerId="Windows Live" clId="Web-{8774F5F7-1BCE-88A3-72C8-E9C9546F4FEA}" dt="2025-12-23T06:51:15.766" v="320"/>
          <ac:spMkLst>
            <pc:docMk/>
            <pc:sldMk cId="1944665853" sldId="271"/>
            <ac:spMk id="11" creationId="{0CFB124C-4B0C-4A81-8633-17257B151642}"/>
          </ac:spMkLst>
        </pc:spChg>
        <pc:picChg chg="add mod ord">
          <ac:chgData name="DM D" userId="4181be928f228a0a" providerId="Windows Live" clId="Web-{8774F5F7-1BCE-88A3-72C8-E9C9546F4FEA}" dt="2025-12-23T06:51:15.766" v="320"/>
          <ac:picMkLst>
            <pc:docMk/>
            <pc:sldMk cId="1944665853" sldId="271"/>
            <ac:picMk id="4" creationId="{ACB49952-8C2A-CB4E-3705-CA3AF7EAD8C2}"/>
          </ac:picMkLst>
        </pc:picChg>
      </pc:sldChg>
    </pc:docChg>
  </pc:docChgLst>
  <pc:docChgLst>
    <pc:chgData name="DM D" userId="4181be928f228a0a" providerId="Windows Live" clId="Web-{40A0AD95-05E8-7E0A-991B-894B03A8D5CF}"/>
    <pc:docChg chg="addSld delSld modSld sldOrd addMainMaster">
      <pc:chgData name="DM D" userId="4181be928f228a0a" providerId="Windows Live" clId="Web-{40A0AD95-05E8-7E0A-991B-894B03A8D5CF}" dt="2025-12-22T12:52:39.741" v="379" actId="20577"/>
      <pc:docMkLst>
        <pc:docMk/>
      </pc:docMkLst>
      <pc:sldChg chg="modSp add del mod modClrScheme chgLayout">
        <pc:chgData name="DM D" userId="4181be928f228a0a" providerId="Windows Live" clId="Web-{40A0AD95-05E8-7E0A-991B-894B03A8D5CF}" dt="2025-12-22T12:00:47.455" v="19"/>
        <pc:sldMkLst>
          <pc:docMk/>
          <pc:sldMk cId="109857222" sldId="256"/>
        </pc:sldMkLst>
        <pc:spChg chg="mod ord">
          <ac:chgData name="DM D" userId="4181be928f228a0a" providerId="Windows Live" clId="Web-{40A0AD95-05E8-7E0A-991B-894B03A8D5CF}" dt="2025-12-22T12:00:40.126" v="18"/>
          <ac:spMkLst>
            <pc:docMk/>
            <pc:sldMk cId="109857222" sldId="256"/>
            <ac:spMk id="2" creationId="{00000000-0000-0000-0000-000000000000}"/>
          </ac:spMkLst>
        </pc:spChg>
        <pc:spChg chg="mod ord">
          <ac:chgData name="DM D" userId="4181be928f228a0a" providerId="Windows Live" clId="Web-{40A0AD95-05E8-7E0A-991B-894B03A8D5CF}" dt="2025-12-22T12:00:40.126" v="18"/>
          <ac:spMkLst>
            <pc:docMk/>
            <pc:sldMk cId="109857222" sldId="256"/>
            <ac:spMk id="3" creationId="{00000000-0000-0000-0000-000000000000}"/>
          </ac:spMkLst>
        </pc:spChg>
      </pc:sldChg>
      <pc:sldChg chg="addSp delSp modSp new mod setBg">
        <pc:chgData name="DM D" userId="4181be928f228a0a" providerId="Windows Live" clId="Web-{40A0AD95-05E8-7E0A-991B-894B03A8D5CF}" dt="2025-12-22T12:09:57.571" v="94" actId="20577"/>
        <pc:sldMkLst>
          <pc:docMk/>
          <pc:sldMk cId="1783394875" sldId="256"/>
        </pc:sldMkLst>
        <pc:spChg chg="mod">
          <ac:chgData name="DM D" userId="4181be928f228a0a" providerId="Windows Live" clId="Web-{40A0AD95-05E8-7E0A-991B-894B03A8D5CF}" dt="2025-12-22T12:09:39.227" v="90"/>
          <ac:spMkLst>
            <pc:docMk/>
            <pc:sldMk cId="1783394875" sldId="256"/>
            <ac:spMk id="2" creationId="{B3D7455F-923B-7590-4B71-9E77B55B8367}"/>
          </ac:spMkLst>
        </pc:spChg>
        <pc:spChg chg="mod">
          <ac:chgData name="DM D" userId="4181be928f228a0a" providerId="Windows Live" clId="Web-{40A0AD95-05E8-7E0A-991B-894B03A8D5CF}" dt="2025-12-22T12:09:57.571" v="94" actId="20577"/>
          <ac:spMkLst>
            <pc:docMk/>
            <pc:sldMk cId="1783394875" sldId="256"/>
            <ac:spMk id="3" creationId="{E026D608-0A75-F6A7-6159-A68E33ADAD7A}"/>
          </ac:spMkLst>
        </pc:spChg>
        <pc:spChg chg="add del">
          <ac:chgData name="DM D" userId="4181be928f228a0a" providerId="Windows Live" clId="Web-{40A0AD95-05E8-7E0A-991B-894B03A8D5CF}" dt="2025-12-22T12:04:38.942" v="60"/>
          <ac:spMkLst>
            <pc:docMk/>
            <pc:sldMk cId="1783394875" sldId="256"/>
            <ac:spMk id="9" creationId="{1D63188B-C92D-4606-95DB-0601ED0ECB55}"/>
          </ac:spMkLst>
        </pc:spChg>
        <pc:spChg chg="add del">
          <ac:chgData name="DM D" userId="4181be928f228a0a" providerId="Windows Live" clId="Web-{40A0AD95-05E8-7E0A-991B-894B03A8D5CF}" dt="2025-12-22T12:04:38.942" v="60"/>
          <ac:spMkLst>
            <pc:docMk/>
            <pc:sldMk cId="1783394875" sldId="256"/>
            <ac:spMk id="11" creationId="{2927A7B7-1B6D-432E-B2C4-E71C6C361C26}"/>
          </ac:spMkLst>
        </pc:spChg>
        <pc:spChg chg="add del">
          <ac:chgData name="DM D" userId="4181be928f228a0a" providerId="Windows Live" clId="Web-{40A0AD95-05E8-7E0A-991B-894B03A8D5CF}" dt="2025-12-22T12:04:38.942" v="60"/>
          <ac:spMkLst>
            <pc:docMk/>
            <pc:sldMk cId="1783394875" sldId="256"/>
            <ac:spMk id="13" creationId="{E27DBEE0-99A4-4464-9371-C89D97E7A956}"/>
          </ac:spMkLst>
        </pc:spChg>
        <pc:spChg chg="add del">
          <ac:chgData name="DM D" userId="4181be928f228a0a" providerId="Windows Live" clId="Web-{40A0AD95-05E8-7E0A-991B-894B03A8D5CF}" dt="2025-12-22T12:04:41.395" v="62"/>
          <ac:spMkLst>
            <pc:docMk/>
            <pc:sldMk cId="1783394875" sldId="256"/>
            <ac:spMk id="16" creationId="{73C994B4-9721-4148-9EEC-6793CECDE8DD}"/>
          </ac:spMkLst>
        </pc:spChg>
        <pc:spChg chg="add del">
          <ac:chgData name="DM D" userId="4181be928f228a0a" providerId="Windows Live" clId="Web-{40A0AD95-05E8-7E0A-991B-894B03A8D5CF}" dt="2025-12-22T12:04:41.395" v="62"/>
          <ac:spMkLst>
            <pc:docMk/>
            <pc:sldMk cId="1783394875" sldId="256"/>
            <ac:spMk id="18" creationId="{F9D95E49-763A-4886-B038-82F734740554}"/>
          </ac:spMkLst>
        </pc:spChg>
        <pc:spChg chg="add del">
          <ac:chgData name="DM D" userId="4181be928f228a0a" providerId="Windows Live" clId="Web-{40A0AD95-05E8-7E0A-991B-894B03A8D5CF}" dt="2025-12-22T12:04:41.395" v="62"/>
          <ac:spMkLst>
            <pc:docMk/>
            <pc:sldMk cId="1783394875" sldId="256"/>
            <ac:spMk id="19" creationId="{4AA74EAB-FD76-4F40-A962-CEADC30542B5}"/>
          </ac:spMkLst>
        </pc:spChg>
        <pc:spChg chg="add del">
          <ac:chgData name="DM D" userId="4181be928f228a0a" providerId="Windows Live" clId="Web-{40A0AD95-05E8-7E0A-991B-894B03A8D5CF}" dt="2025-12-22T12:04:41.395" v="62"/>
          <ac:spMkLst>
            <pc:docMk/>
            <pc:sldMk cId="1783394875" sldId="256"/>
            <ac:spMk id="20" creationId="{541CEA24-8518-4C08-A11E-B7E64FB31F70}"/>
          </ac:spMkLst>
        </pc:spChg>
        <pc:spChg chg="add">
          <ac:chgData name="DM D" userId="4181be928f228a0a" providerId="Windows Live" clId="Web-{40A0AD95-05E8-7E0A-991B-894B03A8D5CF}" dt="2025-12-22T12:04:41.411" v="63"/>
          <ac:spMkLst>
            <pc:docMk/>
            <pc:sldMk cId="1783394875" sldId="256"/>
            <ac:spMk id="22" creationId="{A3363022-C969-41E9-8EB2-E4C94908C1FA}"/>
          </ac:spMkLst>
        </pc:spChg>
        <pc:spChg chg="add">
          <ac:chgData name="DM D" userId="4181be928f228a0a" providerId="Windows Live" clId="Web-{40A0AD95-05E8-7E0A-991B-894B03A8D5CF}" dt="2025-12-22T12:04:41.411" v="63"/>
          <ac:spMkLst>
            <pc:docMk/>
            <pc:sldMk cId="1783394875" sldId="256"/>
            <ac:spMk id="23" creationId="{8D1AD6B3-BE88-4CEB-BA17-790657CC4729}"/>
          </ac:spMkLst>
        </pc:spChg>
        <pc:grpChg chg="add">
          <ac:chgData name="DM D" userId="4181be928f228a0a" providerId="Windows Live" clId="Web-{40A0AD95-05E8-7E0A-991B-894B03A8D5CF}" dt="2025-12-22T12:04:41.411" v="63"/>
          <ac:grpSpMkLst>
            <pc:docMk/>
            <pc:sldMk cId="1783394875" sldId="256"/>
            <ac:grpSpMk id="24" creationId="{89D1390B-7E13-4B4F-9CB2-391063412E54}"/>
          </ac:grpSpMkLst>
        </pc:grpChg>
        <pc:picChg chg="add mod">
          <ac:chgData name="DM D" userId="4181be928f228a0a" providerId="Windows Live" clId="Web-{40A0AD95-05E8-7E0A-991B-894B03A8D5CF}" dt="2025-12-22T12:04:41.411" v="63"/>
          <ac:picMkLst>
            <pc:docMk/>
            <pc:sldMk cId="1783394875" sldId="256"/>
            <ac:picMk id="4" creationId="{962E418A-5902-C239-AFB0-3E288DB7D50B}"/>
          </ac:picMkLst>
        </pc:picChg>
        <pc:cxnChg chg="add del">
          <ac:chgData name="DM D" userId="4181be928f228a0a" providerId="Windows Live" clId="Web-{40A0AD95-05E8-7E0A-991B-894B03A8D5CF}" dt="2025-12-22T12:04:41.395" v="62"/>
          <ac:cxnSpMkLst>
            <pc:docMk/>
            <pc:sldMk cId="1783394875" sldId="256"/>
            <ac:cxnSpMk id="15" creationId="{5D28AB17-F6FA-4C53-B3E3-D0A39D4A33C0}"/>
          </ac:cxnSpMkLst>
        </pc:cxnChg>
        <pc:cxnChg chg="add del">
          <ac:chgData name="DM D" userId="4181be928f228a0a" providerId="Windows Live" clId="Web-{40A0AD95-05E8-7E0A-991B-894B03A8D5CF}" dt="2025-12-22T12:04:41.395" v="62"/>
          <ac:cxnSpMkLst>
            <pc:docMk/>
            <pc:sldMk cId="1783394875" sldId="256"/>
            <ac:cxnSpMk id="17" creationId="{3EFADC67-92A1-44FB-8691-D8CD71A21EFA}"/>
          </ac:cxnSpMkLst>
        </pc:cxnChg>
      </pc:sldChg>
      <pc:sldChg chg="modSp new ord">
        <pc:chgData name="DM D" userId="4181be928f228a0a" providerId="Windows Live" clId="Web-{40A0AD95-05E8-7E0A-991B-894B03A8D5CF}" dt="2025-12-22T12:15:44.927" v="145" actId="1076"/>
        <pc:sldMkLst>
          <pc:docMk/>
          <pc:sldMk cId="2875329152" sldId="257"/>
        </pc:sldMkLst>
        <pc:spChg chg="mod">
          <ac:chgData name="DM D" userId="4181be928f228a0a" providerId="Windows Live" clId="Web-{40A0AD95-05E8-7E0A-991B-894B03A8D5CF}" dt="2025-12-22T12:15:44.927" v="145" actId="1076"/>
          <ac:spMkLst>
            <pc:docMk/>
            <pc:sldMk cId="2875329152" sldId="257"/>
            <ac:spMk id="2" creationId="{A0D6DD3F-CE5F-90B3-4C41-A8BB20AA83A1}"/>
          </ac:spMkLst>
        </pc:spChg>
        <pc:spChg chg="mod">
          <ac:chgData name="DM D" userId="4181be928f228a0a" providerId="Windows Live" clId="Web-{40A0AD95-05E8-7E0A-991B-894B03A8D5CF}" dt="2025-12-22T12:15:36.989" v="144" actId="20577"/>
          <ac:spMkLst>
            <pc:docMk/>
            <pc:sldMk cId="2875329152" sldId="257"/>
            <ac:spMk id="3" creationId="{E4268F08-92F1-D6EC-E2EE-1543269C4D41}"/>
          </ac:spMkLst>
        </pc:spChg>
      </pc:sldChg>
      <pc:sldChg chg="addSp delSp modSp add del">
        <pc:chgData name="DM D" userId="4181be928f228a0a" providerId="Windows Live" clId="Web-{40A0AD95-05E8-7E0A-991B-894B03A8D5CF}" dt="2025-12-22T12:00:30.751" v="17"/>
        <pc:sldMkLst>
          <pc:docMk/>
          <pc:sldMk cId="3686315716" sldId="257"/>
        </pc:sldMkLst>
        <pc:spChg chg="mod">
          <ac:chgData name="DM D" userId="4181be928f228a0a" providerId="Windows Live" clId="Web-{40A0AD95-05E8-7E0A-991B-894B03A8D5CF}" dt="2025-12-22T11:59:33" v="15"/>
          <ac:spMkLst>
            <pc:docMk/>
            <pc:sldMk cId="3686315716" sldId="257"/>
            <ac:spMk id="2" creationId="{00000000-0000-0000-0000-000000000000}"/>
          </ac:spMkLst>
        </pc:spChg>
        <pc:spChg chg="mod">
          <ac:chgData name="DM D" userId="4181be928f228a0a" providerId="Windows Live" clId="Web-{40A0AD95-05E8-7E0A-991B-894B03A8D5CF}" dt="2025-12-22T11:58:26.249" v="6" actId="20577"/>
          <ac:spMkLst>
            <pc:docMk/>
            <pc:sldMk cId="3686315716" sldId="257"/>
            <ac:spMk id="3" creationId="{00000000-0000-0000-0000-000000000000}"/>
          </ac:spMkLst>
        </pc:spChg>
        <pc:spChg chg="mod">
          <ac:chgData name="DM D" userId="4181be928f228a0a" providerId="Windows Live" clId="Web-{40A0AD95-05E8-7E0A-991B-894B03A8D5CF}" dt="2025-12-22T11:59:07.406" v="12" actId="20577"/>
          <ac:spMkLst>
            <pc:docMk/>
            <pc:sldMk cId="3686315716" sldId="257"/>
            <ac:spMk id="5" creationId="{0C1711CB-7303-C724-A71C-F03A83349918}"/>
          </ac:spMkLst>
        </pc:spChg>
        <pc:picChg chg="add del">
          <ac:chgData name="DM D" userId="4181be928f228a0a" providerId="Windows Live" clId="Web-{40A0AD95-05E8-7E0A-991B-894B03A8D5CF}" dt="2025-12-22T11:58:32.061" v="8"/>
          <ac:picMkLst>
            <pc:docMk/>
            <pc:sldMk cId="3686315716" sldId="257"/>
            <ac:picMk id="4" creationId="{28D348BE-C703-C3DA-2397-07225364B96E}"/>
          </ac:picMkLst>
        </pc:picChg>
      </pc:sldChg>
      <pc:sldChg chg="modSp add mod modClrScheme chgLayout">
        <pc:chgData name="DM D" userId="4181be928f228a0a" providerId="Windows Live" clId="Web-{40A0AD95-05E8-7E0A-991B-894B03A8D5CF}" dt="2025-12-22T12:19:01.540" v="193" actId="14100"/>
        <pc:sldMkLst>
          <pc:docMk/>
          <pc:sldMk cId="3615574016" sldId="258"/>
        </pc:sldMkLst>
        <pc:spChg chg="mod ord">
          <ac:chgData name="DM D" userId="4181be928f228a0a" providerId="Windows Live" clId="Web-{40A0AD95-05E8-7E0A-991B-894B03A8D5CF}" dt="2025-12-22T12:19:01.540" v="193" actId="14100"/>
          <ac:spMkLst>
            <pc:docMk/>
            <pc:sldMk cId="3615574016" sldId="258"/>
            <ac:spMk id="2" creationId="{E793620F-CC84-775A-1E0D-DEDA6457CD8E}"/>
          </ac:spMkLst>
        </pc:spChg>
        <pc:spChg chg="mod ord">
          <ac:chgData name="DM D" userId="4181be928f228a0a" providerId="Windows Live" clId="Web-{40A0AD95-05E8-7E0A-991B-894B03A8D5CF}" dt="2025-12-22T12:18:55.415" v="192" actId="1076"/>
          <ac:spMkLst>
            <pc:docMk/>
            <pc:sldMk cId="3615574016" sldId="258"/>
            <ac:spMk id="3" creationId="{C2DBF2CA-E378-CDB7-9F2A-3749D62B455A}"/>
          </ac:spMkLst>
        </pc:spChg>
      </pc:sldChg>
      <pc:sldChg chg="modSp add del mod modClrScheme chgLayout">
        <pc:chgData name="DM D" userId="4181be928f228a0a" providerId="Windows Live" clId="Web-{40A0AD95-05E8-7E0A-991B-894B03A8D5CF}" dt="2025-12-22T12:20:56.948" v="201"/>
        <pc:sldMkLst>
          <pc:docMk/>
          <pc:sldMk cId="1338407902" sldId="259"/>
        </pc:sldMkLst>
        <pc:spChg chg="mod ord">
          <ac:chgData name="DM D" userId="4181be928f228a0a" providerId="Windows Live" clId="Web-{40A0AD95-05E8-7E0A-991B-894B03A8D5CF}" dt="2025-12-22T12:20:31.963" v="196" actId="20577"/>
          <ac:spMkLst>
            <pc:docMk/>
            <pc:sldMk cId="1338407902" sldId="259"/>
            <ac:spMk id="2" creationId="{21A2E3DF-0F51-F092-CBFB-B42DA56BD3A7}"/>
          </ac:spMkLst>
        </pc:spChg>
        <pc:spChg chg="mod ord">
          <ac:chgData name="DM D" userId="4181be928f228a0a" providerId="Windows Live" clId="Web-{40A0AD95-05E8-7E0A-991B-894B03A8D5CF}" dt="2025-12-22T12:20:15.384" v="194"/>
          <ac:spMkLst>
            <pc:docMk/>
            <pc:sldMk cId="1338407902" sldId="259"/>
            <ac:spMk id="3" creationId="{BFA0FD59-B700-028D-B4BD-F9E9E9BDF258}"/>
          </ac:spMkLst>
        </pc:spChg>
        <pc:spChg chg="mod ord">
          <ac:chgData name="DM D" userId="4181be928f228a0a" providerId="Windows Live" clId="Web-{40A0AD95-05E8-7E0A-991B-894B03A8D5CF}" dt="2025-12-22T12:20:47.260" v="199" actId="20577"/>
          <ac:spMkLst>
            <pc:docMk/>
            <pc:sldMk cId="1338407902" sldId="259"/>
            <ac:spMk id="4" creationId="{CECF9C35-0DA0-0ED4-86F8-56E5CD387B78}"/>
          </ac:spMkLst>
        </pc:spChg>
        <pc:spChg chg="mod ord">
          <ac:chgData name="DM D" userId="4181be928f228a0a" providerId="Windows Live" clId="Web-{40A0AD95-05E8-7E0A-991B-894B03A8D5CF}" dt="2025-12-22T12:20:15.384" v="194"/>
          <ac:spMkLst>
            <pc:docMk/>
            <pc:sldMk cId="1338407902" sldId="259"/>
            <ac:spMk id="5" creationId="{4FA2F5D6-A0C8-8CA3-4289-4F8C1E5655F0}"/>
          </ac:spMkLst>
        </pc:spChg>
        <pc:spChg chg="mod ord">
          <ac:chgData name="DM D" userId="4181be928f228a0a" providerId="Windows Live" clId="Web-{40A0AD95-05E8-7E0A-991B-894B03A8D5CF}" dt="2025-12-22T12:20:15.384" v="194"/>
          <ac:spMkLst>
            <pc:docMk/>
            <pc:sldMk cId="1338407902" sldId="259"/>
            <ac:spMk id="6" creationId="{52665A2D-D6E1-7D6D-6F86-7B094FADBA3E}"/>
          </ac:spMkLst>
        </pc:spChg>
      </pc:sldChg>
      <pc:sldChg chg="addSp modSp new">
        <pc:chgData name="DM D" userId="4181be928f228a0a" providerId="Windows Live" clId="Web-{40A0AD95-05E8-7E0A-991B-894B03A8D5CF}" dt="2025-12-22T12:24:20.254" v="275" actId="20577"/>
        <pc:sldMkLst>
          <pc:docMk/>
          <pc:sldMk cId="2251213710" sldId="260"/>
        </pc:sldMkLst>
        <pc:spChg chg="mod">
          <ac:chgData name="DM D" userId="4181be928f228a0a" providerId="Windows Live" clId="Web-{40A0AD95-05E8-7E0A-991B-894B03A8D5CF}" dt="2025-12-22T12:21:22.760" v="218" actId="20577"/>
          <ac:spMkLst>
            <pc:docMk/>
            <pc:sldMk cId="2251213710" sldId="260"/>
            <ac:spMk id="2" creationId="{4E176922-B842-49CD-2D46-6434CEA00E17}"/>
          </ac:spMkLst>
        </pc:spChg>
        <pc:spChg chg="add mod">
          <ac:chgData name="DM D" userId="4181be928f228a0a" providerId="Windows Live" clId="Web-{40A0AD95-05E8-7E0A-991B-894B03A8D5CF}" dt="2025-12-22T12:24:20.254" v="275" actId="20577"/>
          <ac:spMkLst>
            <pc:docMk/>
            <pc:sldMk cId="2251213710" sldId="260"/>
            <ac:spMk id="3" creationId="{935E478A-A795-5A79-E52E-BADC76CBF93A}"/>
          </ac:spMkLst>
        </pc:spChg>
      </pc:sldChg>
      <pc:sldChg chg="modSp new">
        <pc:chgData name="DM D" userId="4181be928f228a0a" providerId="Windows Live" clId="Web-{40A0AD95-05E8-7E0A-991B-894B03A8D5CF}" dt="2025-12-22T12:52:39.741" v="379" actId="20577"/>
        <pc:sldMkLst>
          <pc:docMk/>
          <pc:sldMk cId="894898358" sldId="261"/>
        </pc:sldMkLst>
        <pc:spChg chg="mod">
          <ac:chgData name="DM D" userId="4181be928f228a0a" providerId="Windows Live" clId="Web-{40A0AD95-05E8-7E0A-991B-894B03A8D5CF}" dt="2025-12-22T12:36:35.454" v="376" actId="20577"/>
          <ac:spMkLst>
            <pc:docMk/>
            <pc:sldMk cId="894898358" sldId="261"/>
            <ac:spMk id="2" creationId="{66DC9503-1FBC-D702-6899-F07A8BA3D9F9}"/>
          </ac:spMkLst>
        </pc:spChg>
        <pc:spChg chg="mod">
          <ac:chgData name="DM D" userId="4181be928f228a0a" providerId="Windows Live" clId="Web-{40A0AD95-05E8-7E0A-991B-894B03A8D5CF}" dt="2025-12-22T12:52:39.741" v="379" actId="20577"/>
          <ac:spMkLst>
            <pc:docMk/>
            <pc:sldMk cId="894898358" sldId="261"/>
            <ac:spMk id="3" creationId="{6F979AB9-AD57-BE89-1566-53B524373762}"/>
          </ac:spMkLst>
        </pc:spChg>
      </pc:sldChg>
      <pc:sldChg chg="new">
        <pc:chgData name="DM D" userId="4181be928f228a0a" providerId="Windows Live" clId="Web-{40A0AD95-05E8-7E0A-991B-894B03A8D5CF}" dt="2025-12-22T12:36:42.908" v="377"/>
        <pc:sldMkLst>
          <pc:docMk/>
          <pc:sldMk cId="1122432648" sldId="262"/>
        </pc:sldMkLst>
      </pc:sldChg>
      <pc:sldMasterChg chg="add addSldLayout">
        <pc:chgData name="DM D" userId="4181be928f228a0a" providerId="Windows Live" clId="Web-{40A0AD95-05E8-7E0A-991B-894B03A8D5CF}" dt="2025-12-22T12:07:25.311" v="83"/>
        <pc:sldMasterMkLst>
          <pc:docMk/>
          <pc:sldMasterMk cId="325659997" sldId="2147483685"/>
        </pc:sldMasterMkLst>
        <pc:sldLayoutChg chg="add">
          <pc:chgData name="DM D" userId="4181be928f228a0a" providerId="Windows Live" clId="Web-{40A0AD95-05E8-7E0A-991B-894B03A8D5CF}" dt="2025-12-22T12:07:25.311" v="83"/>
          <pc:sldLayoutMkLst>
            <pc:docMk/>
            <pc:sldMasterMk cId="325659997" sldId="2147483685"/>
            <pc:sldLayoutMk cId="2739284448" sldId="2147483674"/>
          </pc:sldLayoutMkLst>
        </pc:sldLayoutChg>
        <pc:sldLayoutChg chg="add">
          <pc:chgData name="DM D" userId="4181be928f228a0a" providerId="Windows Live" clId="Web-{40A0AD95-05E8-7E0A-991B-894B03A8D5CF}" dt="2025-12-22T12:07:25.311" v="83"/>
          <pc:sldLayoutMkLst>
            <pc:docMk/>
            <pc:sldMasterMk cId="325659997" sldId="2147483685"/>
            <pc:sldLayoutMk cId="2317203021" sldId="2147483675"/>
          </pc:sldLayoutMkLst>
        </pc:sldLayoutChg>
        <pc:sldLayoutChg chg="add">
          <pc:chgData name="DM D" userId="4181be928f228a0a" providerId="Windows Live" clId="Web-{40A0AD95-05E8-7E0A-991B-894B03A8D5CF}" dt="2025-12-22T12:07:25.311" v="83"/>
          <pc:sldLayoutMkLst>
            <pc:docMk/>
            <pc:sldMasterMk cId="325659997" sldId="2147483685"/>
            <pc:sldLayoutMk cId="458963357" sldId="2147483676"/>
          </pc:sldLayoutMkLst>
        </pc:sldLayoutChg>
        <pc:sldLayoutChg chg="add">
          <pc:chgData name="DM D" userId="4181be928f228a0a" providerId="Windows Live" clId="Web-{40A0AD95-05E8-7E0A-991B-894B03A8D5CF}" dt="2025-12-22T12:07:25.311" v="83"/>
          <pc:sldLayoutMkLst>
            <pc:docMk/>
            <pc:sldMasterMk cId="325659997" sldId="2147483685"/>
            <pc:sldLayoutMk cId="2455374477" sldId="2147483677"/>
          </pc:sldLayoutMkLst>
        </pc:sldLayoutChg>
        <pc:sldLayoutChg chg="add">
          <pc:chgData name="DM D" userId="4181be928f228a0a" providerId="Windows Live" clId="Web-{40A0AD95-05E8-7E0A-991B-894B03A8D5CF}" dt="2025-12-22T12:07:25.311" v="83"/>
          <pc:sldLayoutMkLst>
            <pc:docMk/>
            <pc:sldMasterMk cId="325659997" sldId="2147483685"/>
            <pc:sldLayoutMk cId="209717893" sldId="2147483678"/>
          </pc:sldLayoutMkLst>
        </pc:sldLayoutChg>
        <pc:sldLayoutChg chg="add">
          <pc:chgData name="DM D" userId="4181be928f228a0a" providerId="Windows Live" clId="Web-{40A0AD95-05E8-7E0A-991B-894B03A8D5CF}" dt="2025-12-22T12:07:25.311" v="83"/>
          <pc:sldLayoutMkLst>
            <pc:docMk/>
            <pc:sldMasterMk cId="325659997" sldId="2147483685"/>
            <pc:sldLayoutMk cId="2475227586" sldId="2147483679"/>
          </pc:sldLayoutMkLst>
        </pc:sldLayoutChg>
        <pc:sldLayoutChg chg="add">
          <pc:chgData name="DM D" userId="4181be928f228a0a" providerId="Windows Live" clId="Web-{40A0AD95-05E8-7E0A-991B-894B03A8D5CF}" dt="2025-12-22T12:07:25.311" v="83"/>
          <pc:sldLayoutMkLst>
            <pc:docMk/>
            <pc:sldMasterMk cId="325659997" sldId="2147483685"/>
            <pc:sldLayoutMk cId="3976843307" sldId="2147483680"/>
          </pc:sldLayoutMkLst>
        </pc:sldLayoutChg>
        <pc:sldLayoutChg chg="add">
          <pc:chgData name="DM D" userId="4181be928f228a0a" providerId="Windows Live" clId="Web-{40A0AD95-05E8-7E0A-991B-894B03A8D5CF}" dt="2025-12-22T12:07:25.311" v="83"/>
          <pc:sldLayoutMkLst>
            <pc:docMk/>
            <pc:sldMasterMk cId="325659997" sldId="2147483685"/>
            <pc:sldLayoutMk cId="217023070" sldId="2147483681"/>
          </pc:sldLayoutMkLst>
        </pc:sldLayoutChg>
        <pc:sldLayoutChg chg="add">
          <pc:chgData name="DM D" userId="4181be928f228a0a" providerId="Windows Live" clId="Web-{40A0AD95-05E8-7E0A-991B-894B03A8D5CF}" dt="2025-12-22T12:07:25.311" v="83"/>
          <pc:sldLayoutMkLst>
            <pc:docMk/>
            <pc:sldMasterMk cId="325659997" sldId="2147483685"/>
            <pc:sldLayoutMk cId="900458123" sldId="2147483682"/>
          </pc:sldLayoutMkLst>
        </pc:sldLayoutChg>
        <pc:sldLayoutChg chg="add">
          <pc:chgData name="DM D" userId="4181be928f228a0a" providerId="Windows Live" clId="Web-{40A0AD95-05E8-7E0A-991B-894B03A8D5CF}" dt="2025-12-22T12:07:25.311" v="83"/>
          <pc:sldLayoutMkLst>
            <pc:docMk/>
            <pc:sldMasterMk cId="325659997" sldId="2147483685"/>
            <pc:sldLayoutMk cId="2043992875" sldId="2147483683"/>
          </pc:sldLayoutMkLst>
        </pc:sldLayoutChg>
        <pc:sldLayoutChg chg="add">
          <pc:chgData name="DM D" userId="4181be928f228a0a" providerId="Windows Live" clId="Web-{40A0AD95-05E8-7E0A-991B-894B03A8D5CF}" dt="2025-12-22T12:07:25.311" v="83"/>
          <pc:sldLayoutMkLst>
            <pc:docMk/>
            <pc:sldMasterMk cId="325659997" sldId="2147483685"/>
            <pc:sldLayoutMk cId="4034391055" sldId="2147483684"/>
          </pc:sldLayoutMkLst>
        </pc:sldLayoutChg>
      </pc:sldMasterChg>
    </pc:docChg>
  </pc:docChgLst>
  <pc:docChgLst>
    <pc:chgData name="DM D" userId="4181be928f228a0a" providerId="Windows Live" clId="Web-{6E4CD70E-98E9-4BA4-3727-DE20C0DB1C16}"/>
    <pc:docChg chg="modSld">
      <pc:chgData name="DM D" userId="4181be928f228a0a" providerId="Windows Live" clId="Web-{6E4CD70E-98E9-4BA4-3727-DE20C0DB1C16}" dt="2025-12-23T08:01:09.254" v="0" actId="20577"/>
      <pc:docMkLst>
        <pc:docMk/>
      </pc:docMkLst>
      <pc:sldChg chg="modSp">
        <pc:chgData name="DM D" userId="4181be928f228a0a" providerId="Windows Live" clId="Web-{6E4CD70E-98E9-4BA4-3727-DE20C0DB1C16}" dt="2025-12-23T08:01:09.254" v="0" actId="20577"/>
        <pc:sldMkLst>
          <pc:docMk/>
          <pc:sldMk cId="894898358" sldId="261"/>
        </pc:sldMkLst>
        <pc:spChg chg="mod">
          <ac:chgData name="DM D" userId="4181be928f228a0a" providerId="Windows Live" clId="Web-{6E4CD70E-98E9-4BA4-3727-DE20C0DB1C16}" dt="2025-12-23T08:01:09.254" v="0" actId="20577"/>
          <ac:spMkLst>
            <pc:docMk/>
            <pc:sldMk cId="894898358" sldId="261"/>
            <ac:spMk id="3" creationId="{6F979AB9-AD57-BE89-1566-53B52437376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12/22/2025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76843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12/22/2025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7023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12/22/2025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00458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12/22/2025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43992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12/22/2025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34391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12/22/2025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7178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12/22/2025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392844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12/22/2025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172030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12/22/2025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963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12/22/2025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5537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12/22/2025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75227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12/22/2025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5999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D7455F-923B-7590-4B71-9E77B55B8367}"/>
              </a:ext>
            </a:extLst>
          </p:cNvPr>
          <p:cNvSpPr>
            <a:spLocks noGrp="1"/>
          </p:cNvSpPr>
          <p:nvPr>
            <p:ph type="ctrTitle"/>
          </p:nvPr>
        </p:nvSpPr>
        <p:spPr>
          <a:xfrm>
            <a:off x="6438262" y="2120377"/>
            <a:ext cx="5455937" cy="1297115"/>
          </a:xfrm>
          <a:solidFill>
            <a:schemeClr val="tx2">
              <a:lumMod val="10000"/>
              <a:lumOff val="90000"/>
            </a:schemeClr>
          </a:solidFill>
        </p:spPr>
        <p:txBody>
          <a:bodyPr vert="horz" lIns="91440" tIns="45720" rIns="91440" bIns="45720" rtlCol="0" anchor="t">
            <a:noAutofit/>
          </a:bodyPr>
          <a:lstStyle/>
          <a:p>
            <a:pPr>
              <a:lnSpc>
                <a:spcPct val="150000"/>
              </a:lnSpc>
              <a:spcBef>
                <a:spcPts val="0"/>
              </a:spcBef>
            </a:pPr>
            <a:r>
              <a:rPr lang="en-US" sz="2800" b="1" dirty="0">
                <a:solidFill>
                  <a:srgbClr val="FF0000"/>
                </a:solidFill>
                <a:latin typeface="Times New Roman"/>
                <a:cs typeface="Times New Roman"/>
              </a:rPr>
              <a:t>BIKE SALES ANALYSIS DASHBOARD</a:t>
            </a:r>
            <a:endParaRPr lang="en-US" sz="2800">
              <a:solidFill>
                <a:srgbClr val="FF0000"/>
              </a:solidFill>
            </a:endParaRPr>
          </a:p>
        </p:txBody>
      </p:sp>
      <p:sp>
        <p:nvSpPr>
          <p:cNvPr id="3" name="Subtitle 2">
            <a:extLst>
              <a:ext uri="{FF2B5EF4-FFF2-40B4-BE49-F238E27FC236}">
                <a16:creationId xmlns:a16="http://schemas.microsoft.com/office/drawing/2014/main" id="{E026D608-0A75-F6A7-6159-A68E33ADAD7A}"/>
              </a:ext>
            </a:extLst>
          </p:cNvPr>
          <p:cNvSpPr>
            <a:spLocks noGrp="1"/>
          </p:cNvSpPr>
          <p:nvPr>
            <p:ph type="subTitle" idx="1"/>
          </p:nvPr>
        </p:nvSpPr>
        <p:spPr>
          <a:xfrm>
            <a:off x="7380675" y="3886199"/>
            <a:ext cx="3434091" cy="838831"/>
          </a:xfrm>
        </p:spPr>
        <p:txBody>
          <a:bodyPr vert="horz" lIns="91440" tIns="45720" rIns="91440" bIns="45720" rtlCol="0" anchor="b">
            <a:normAutofit/>
          </a:bodyPr>
          <a:lstStyle/>
          <a:p>
            <a:r>
              <a:rPr lang="en-US" sz="2000" b="1" dirty="0">
                <a:solidFill>
                  <a:schemeClr val="tx2"/>
                </a:solidFill>
                <a:latin typeface="Times New Roman"/>
                <a:cs typeface="Times New Roman"/>
              </a:rPr>
              <a:t>By</a:t>
            </a:r>
          </a:p>
          <a:p>
            <a:r>
              <a:rPr lang="en-US" sz="2000" b="1" dirty="0">
                <a:solidFill>
                  <a:schemeClr val="tx2"/>
                </a:solidFill>
                <a:latin typeface="Times New Roman"/>
                <a:cs typeface="Times New Roman"/>
              </a:rPr>
              <a:t>SUMITHRA D</a:t>
            </a:r>
          </a:p>
        </p:txBody>
      </p:sp>
      <p:pic>
        <p:nvPicPr>
          <p:cNvPr id="4" name="Picture 3" descr="Labmentix (@labmentix) • Instagram photos and videos">
            <a:extLst>
              <a:ext uri="{FF2B5EF4-FFF2-40B4-BE49-F238E27FC236}">
                <a16:creationId xmlns:a16="http://schemas.microsoft.com/office/drawing/2014/main" id="{962E418A-5902-C239-AFB0-3E288DB7D50B}"/>
              </a:ext>
            </a:extLst>
          </p:cNvPr>
          <p:cNvPicPr>
            <a:picLocks noChangeAspect="1"/>
          </p:cNvPicPr>
          <p:nvPr/>
        </p:nvPicPr>
        <p:blipFill>
          <a:blip r:embed="rId2"/>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4" name="Group 2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3394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620F-CC84-775A-1E0D-DEDA6457CD8E}"/>
              </a:ext>
            </a:extLst>
          </p:cNvPr>
          <p:cNvSpPr>
            <a:spLocks noGrp="1"/>
          </p:cNvSpPr>
          <p:nvPr>
            <p:ph type="title"/>
          </p:nvPr>
        </p:nvSpPr>
        <p:spPr>
          <a:xfrm>
            <a:off x="838200" y="683780"/>
            <a:ext cx="10515600" cy="686828"/>
          </a:xfrm>
        </p:spPr>
        <p:txBody>
          <a:bodyPr>
            <a:normAutofit/>
          </a:bodyPr>
          <a:lstStyle/>
          <a:p>
            <a:pPr algn="ctr"/>
            <a:r>
              <a:rPr lang="en-US" sz="2800" b="1" dirty="0">
                <a:latin typeface="Times New Roman"/>
                <a:cs typeface="Times New Roman"/>
              </a:rPr>
              <a:t>OVERVIEW</a:t>
            </a:r>
            <a:endParaRPr lang="en-US" sz="2800" b="1"/>
          </a:p>
        </p:txBody>
      </p:sp>
      <p:sp>
        <p:nvSpPr>
          <p:cNvPr id="3" name="Content Placeholder 2">
            <a:extLst>
              <a:ext uri="{FF2B5EF4-FFF2-40B4-BE49-F238E27FC236}">
                <a16:creationId xmlns:a16="http://schemas.microsoft.com/office/drawing/2014/main" id="{C2DBF2CA-E378-CDB7-9F2A-3749D62B455A}"/>
              </a:ext>
            </a:extLst>
          </p:cNvPr>
          <p:cNvSpPr>
            <a:spLocks noGrp="1"/>
          </p:cNvSpPr>
          <p:nvPr>
            <p:ph idx="4294967295"/>
          </p:nvPr>
        </p:nvSpPr>
        <p:spPr>
          <a:xfrm>
            <a:off x="1781735" y="1901095"/>
            <a:ext cx="9598934" cy="2374740"/>
          </a:xfrm>
        </p:spPr>
        <p:txBody>
          <a:bodyPr vert="horz" lIns="91440" tIns="45720" rIns="91440" bIns="45720" rtlCol="0" anchor="t">
            <a:noAutofit/>
          </a:bodyPr>
          <a:lstStyle/>
          <a:p>
            <a:pPr marL="342900" indent="-342900">
              <a:buFont typeface="Wingdings" panose="020B0604020202020204" pitchFamily="34" charset="0"/>
              <a:buChar char="Ø"/>
            </a:pPr>
            <a:r>
              <a:rPr lang="en-US" sz="2400" dirty="0">
                <a:latin typeface="Times New Roman"/>
                <a:cs typeface="Times New Roman"/>
              </a:rPr>
              <a:t>Introduction &amp; Objective</a:t>
            </a:r>
            <a:endParaRPr lang="en-US" dirty="0"/>
          </a:p>
          <a:p>
            <a:pPr marL="342900" indent="-342900">
              <a:buFont typeface="Wingdings" panose="020B0604020202020204" pitchFamily="34" charset="0"/>
              <a:buChar char="Ø"/>
            </a:pPr>
            <a:r>
              <a:rPr lang="en-US" sz="2400" dirty="0">
                <a:latin typeface="Times New Roman"/>
                <a:cs typeface="Times New Roman"/>
              </a:rPr>
              <a:t>Data Preparation &amp; Cleaning</a:t>
            </a:r>
          </a:p>
          <a:p>
            <a:pPr marL="342900" indent="-342900">
              <a:buFont typeface="Wingdings" panose="020B0604020202020204" pitchFamily="34" charset="0"/>
              <a:buChar char="Ø"/>
            </a:pPr>
            <a:r>
              <a:rPr lang="en-US" sz="2400" dirty="0">
                <a:latin typeface="Times New Roman"/>
                <a:cs typeface="Times New Roman"/>
              </a:rPr>
              <a:t>Analysis &amp; Metric Creation</a:t>
            </a:r>
          </a:p>
          <a:p>
            <a:pPr marL="342900" indent="-342900">
              <a:buFont typeface="Wingdings" panose="020B0604020202020204" pitchFamily="34" charset="0"/>
              <a:buChar char="Ø"/>
            </a:pPr>
            <a:r>
              <a:rPr lang="en-US" sz="2400" dirty="0">
                <a:latin typeface="Times New Roman"/>
                <a:cs typeface="Times New Roman"/>
              </a:rPr>
              <a:t>Dashboard Design &amp; Visualizations</a:t>
            </a:r>
          </a:p>
          <a:p>
            <a:pPr marL="342900" indent="-342900">
              <a:buFont typeface="Wingdings" panose="020B0604020202020204" pitchFamily="34" charset="0"/>
              <a:buChar char="Ø"/>
            </a:pPr>
            <a:r>
              <a:rPr lang="en-US" sz="2400" dirty="0">
                <a:latin typeface="Times New Roman"/>
                <a:cs typeface="Times New Roman"/>
              </a:rPr>
              <a:t>Validation &amp; Conclusion</a:t>
            </a:r>
          </a:p>
        </p:txBody>
      </p:sp>
    </p:spTree>
    <p:extLst>
      <p:ext uri="{BB962C8B-B14F-4D97-AF65-F5344CB8AC3E}">
        <p14:creationId xmlns:p14="http://schemas.microsoft.com/office/powerpoint/2010/main" val="3615574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6922-B842-49CD-2D46-6434CEA00E17}"/>
              </a:ext>
            </a:extLst>
          </p:cNvPr>
          <p:cNvSpPr>
            <a:spLocks noGrp="1"/>
          </p:cNvSpPr>
          <p:nvPr>
            <p:ph type="title"/>
          </p:nvPr>
        </p:nvSpPr>
        <p:spPr/>
        <p:txBody>
          <a:bodyPr>
            <a:normAutofit/>
          </a:bodyPr>
          <a:lstStyle/>
          <a:p>
            <a:pPr algn="ctr"/>
            <a:r>
              <a:rPr lang="en-US" sz="2800" b="1" dirty="0">
                <a:latin typeface="Times New Roman"/>
                <a:cs typeface="Times New Roman"/>
              </a:rPr>
              <a:t>INTRODUCTION</a:t>
            </a:r>
          </a:p>
        </p:txBody>
      </p:sp>
      <p:sp>
        <p:nvSpPr>
          <p:cNvPr id="3" name="TextBox 2">
            <a:extLst>
              <a:ext uri="{FF2B5EF4-FFF2-40B4-BE49-F238E27FC236}">
                <a16:creationId xmlns:a16="http://schemas.microsoft.com/office/drawing/2014/main" id="{935E478A-A795-5A79-E52E-BADC76CBF93A}"/>
              </a:ext>
            </a:extLst>
          </p:cNvPr>
          <p:cNvSpPr txBox="1"/>
          <p:nvPr/>
        </p:nvSpPr>
        <p:spPr>
          <a:xfrm>
            <a:off x="1849581" y="1687604"/>
            <a:ext cx="900321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latin typeface="Times New Roman"/>
                <a:cs typeface="Times New Roman"/>
              </a:rPr>
              <a:t>      </a:t>
            </a:r>
            <a:r>
              <a:rPr lang="en-US" sz="2000" dirty="0">
                <a:latin typeface="Times New Roman"/>
                <a:ea typeface="+mn-lt"/>
                <a:cs typeface="+mn-lt"/>
              </a:rPr>
              <a:t>This project explores the key factors influencing customer decisions to purchase a bicycle by transforming raw demographic data into a high-impact, interactive dashboard. By analyzing variables such as income, age brackets, and commute distances, the study identifies high-potential customer profiles—such as middle-aged professionals and short-distance commuters—who are most likely to invest in a bike. The final dashboard serves as a dynamic analytical tool, allowing stakeholders to filter trends by region or education level to make informed, data-driven decisions for targeted marketing and strategic inventory planning in 2025.</a:t>
            </a:r>
          </a:p>
        </p:txBody>
      </p:sp>
    </p:spTree>
    <p:extLst>
      <p:ext uri="{BB962C8B-B14F-4D97-AF65-F5344CB8AC3E}">
        <p14:creationId xmlns:p14="http://schemas.microsoft.com/office/powerpoint/2010/main" val="225121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DD3F-CE5F-90B3-4C41-A8BB20AA83A1}"/>
              </a:ext>
            </a:extLst>
          </p:cNvPr>
          <p:cNvSpPr>
            <a:spLocks noGrp="1"/>
          </p:cNvSpPr>
          <p:nvPr>
            <p:ph type="title"/>
          </p:nvPr>
        </p:nvSpPr>
        <p:spPr>
          <a:xfrm>
            <a:off x="838200" y="488390"/>
            <a:ext cx="10515600" cy="653211"/>
          </a:xfrm>
        </p:spPr>
        <p:txBody>
          <a:bodyPr>
            <a:normAutofit/>
          </a:bodyPr>
          <a:lstStyle/>
          <a:p>
            <a:pPr algn="ctr"/>
            <a:r>
              <a:rPr lang="en-US" sz="2800" b="1" dirty="0">
                <a:latin typeface="Times New Roman"/>
                <a:cs typeface="Times New Roman"/>
              </a:rPr>
              <a:t>OBJECTIVE</a:t>
            </a:r>
            <a:endParaRPr lang="en-US" b="1"/>
          </a:p>
        </p:txBody>
      </p:sp>
      <p:sp>
        <p:nvSpPr>
          <p:cNvPr id="3" name="Content Placeholder 2">
            <a:extLst>
              <a:ext uri="{FF2B5EF4-FFF2-40B4-BE49-F238E27FC236}">
                <a16:creationId xmlns:a16="http://schemas.microsoft.com/office/drawing/2014/main" id="{E4268F08-92F1-D6EC-E2EE-1543269C4D41}"/>
              </a:ext>
            </a:extLst>
          </p:cNvPr>
          <p:cNvSpPr>
            <a:spLocks noGrp="1"/>
          </p:cNvSpPr>
          <p:nvPr>
            <p:ph idx="1"/>
          </p:nvPr>
        </p:nvSpPr>
        <p:spPr>
          <a:xfrm>
            <a:off x="1738745" y="1576651"/>
            <a:ext cx="9615055" cy="2688385"/>
          </a:xfrm>
        </p:spPr>
        <p:txBody>
          <a:bodyPr vert="horz" lIns="91440" tIns="45720" rIns="91440" bIns="45720" rtlCol="0" anchor="t">
            <a:noAutofit/>
          </a:bodyPr>
          <a:lstStyle/>
          <a:p>
            <a:pPr marL="514350" indent="-514350">
              <a:lnSpc>
                <a:spcPct val="100000"/>
              </a:lnSpc>
              <a:buAutoNum type="arabicPeriod"/>
            </a:pPr>
            <a:r>
              <a:rPr lang="en-US" sz="2400" dirty="0">
                <a:latin typeface="Times New Roman"/>
                <a:cs typeface="Times New Roman"/>
              </a:rPr>
              <a:t>Perform End-to-End Data Cleaning </a:t>
            </a:r>
            <a:endParaRPr lang="en-US"/>
          </a:p>
          <a:p>
            <a:pPr marL="514350" indent="-514350">
              <a:lnSpc>
                <a:spcPct val="100000"/>
              </a:lnSpc>
              <a:buAutoNum type="arabicPeriod"/>
            </a:pPr>
            <a:r>
              <a:rPr lang="en-US" sz="2400" dirty="0">
                <a:latin typeface="Times New Roman"/>
                <a:cs typeface="Times New Roman"/>
              </a:rPr>
              <a:t>Analyze Consumer Demographics</a:t>
            </a:r>
          </a:p>
          <a:p>
            <a:pPr marL="514350" indent="-514350">
              <a:lnSpc>
                <a:spcPct val="100000"/>
              </a:lnSpc>
              <a:buAutoNum type="arabicPeriod"/>
            </a:pPr>
            <a:r>
              <a:rPr lang="en-US" sz="2400" dirty="0">
                <a:latin typeface="Times New Roman"/>
                <a:cs typeface="Times New Roman"/>
              </a:rPr>
              <a:t>Evaluate Lifestyle and Behavioral Drivers </a:t>
            </a:r>
          </a:p>
          <a:p>
            <a:pPr marL="514350" indent="-514350">
              <a:lnSpc>
                <a:spcPct val="100000"/>
              </a:lnSpc>
              <a:buAutoNum type="arabicPeriod"/>
            </a:pPr>
            <a:r>
              <a:rPr lang="en-US" sz="2400" dirty="0">
                <a:latin typeface="Times New Roman"/>
                <a:cs typeface="Times New Roman"/>
              </a:rPr>
              <a:t>Implement Data Segmentation</a:t>
            </a:r>
          </a:p>
          <a:p>
            <a:pPr marL="514350" indent="-514350">
              <a:lnSpc>
                <a:spcPct val="100000"/>
              </a:lnSpc>
              <a:buAutoNum type="arabicPeriod"/>
            </a:pPr>
            <a:r>
              <a:rPr lang="en-US" sz="2400" dirty="0">
                <a:latin typeface="Times New Roman"/>
                <a:cs typeface="Times New Roman"/>
              </a:rPr>
              <a:t>Develop an Interactive Dashboard</a:t>
            </a:r>
          </a:p>
        </p:txBody>
      </p:sp>
    </p:spTree>
    <p:extLst>
      <p:ext uri="{BB962C8B-B14F-4D97-AF65-F5344CB8AC3E}">
        <p14:creationId xmlns:p14="http://schemas.microsoft.com/office/powerpoint/2010/main" val="2875329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9503-1FBC-D702-6899-F07A8BA3D9F9}"/>
              </a:ext>
            </a:extLst>
          </p:cNvPr>
          <p:cNvSpPr>
            <a:spLocks noGrp="1"/>
          </p:cNvSpPr>
          <p:nvPr>
            <p:ph type="title"/>
          </p:nvPr>
        </p:nvSpPr>
        <p:spPr>
          <a:xfrm>
            <a:off x="838200" y="545234"/>
            <a:ext cx="10515600" cy="508145"/>
          </a:xfrm>
        </p:spPr>
        <p:txBody>
          <a:bodyPr>
            <a:normAutofit/>
          </a:bodyPr>
          <a:lstStyle/>
          <a:p>
            <a:pPr algn="ctr"/>
            <a:r>
              <a:rPr lang="en-US" sz="2800" b="1" dirty="0">
                <a:highlight>
                  <a:srgbClr val="FFFFFF"/>
                </a:highlight>
                <a:latin typeface="Times New Roman"/>
                <a:ea typeface="+mj-lt"/>
                <a:cs typeface="+mj-lt"/>
              </a:rPr>
              <a:t>DATA SOURCE &amp; DATA PREPARATION</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6F979AB9-AD57-BE89-1566-53B524373762}"/>
              </a:ext>
            </a:extLst>
          </p:cNvPr>
          <p:cNvSpPr>
            <a:spLocks noGrp="1"/>
          </p:cNvSpPr>
          <p:nvPr>
            <p:ph idx="1"/>
          </p:nvPr>
        </p:nvSpPr>
        <p:spPr>
          <a:xfrm>
            <a:off x="852054" y="1257589"/>
            <a:ext cx="10515600" cy="5238028"/>
          </a:xfrm>
        </p:spPr>
        <p:txBody>
          <a:bodyPr vert="horz" lIns="91440" tIns="45720" rIns="91440" bIns="45720" rtlCol="0" anchor="t">
            <a:noAutofit/>
          </a:bodyPr>
          <a:lstStyle/>
          <a:p>
            <a:pPr marL="0" indent="0">
              <a:lnSpc>
                <a:spcPct val="120000"/>
              </a:lnSpc>
              <a:buNone/>
            </a:pPr>
            <a:r>
              <a:rPr lang="en-US" sz="1800" dirty="0">
                <a:latin typeface="Times New Roman"/>
                <a:cs typeface="Times New Roman"/>
              </a:rPr>
              <a:t>    This dataset was sourced from Kaggle platform and contains 1027 rows of customer data related to bike purchases. It includes demographic attributes such as age, income, marital status, education level, and occupation, as well as home ownership, commute distance, and car ownership.</a:t>
            </a:r>
          </a:p>
          <a:p>
            <a:pPr marL="0" indent="0">
              <a:lnSpc>
                <a:spcPct val="120000"/>
              </a:lnSpc>
              <a:buNone/>
            </a:pPr>
            <a:endParaRPr lang="en-US" sz="1800" dirty="0">
              <a:latin typeface="Times New Roman"/>
              <a:cs typeface="Times New Roman"/>
            </a:endParaRPr>
          </a:p>
          <a:p>
            <a:pPr marL="0" indent="0">
              <a:lnSpc>
                <a:spcPct val="120000"/>
              </a:lnSpc>
              <a:buNone/>
            </a:pPr>
            <a:r>
              <a:rPr lang="en-US" sz="1800" dirty="0">
                <a:latin typeface="Times New Roman"/>
                <a:cs typeface="Times New Roman"/>
              </a:rPr>
              <a:t>    </a:t>
            </a:r>
          </a:p>
          <a:p>
            <a:pPr marL="0" indent="0">
              <a:lnSpc>
                <a:spcPct val="120000"/>
              </a:lnSpc>
              <a:buNone/>
            </a:pPr>
            <a:r>
              <a:rPr lang="en-US" sz="1800" dirty="0">
                <a:latin typeface="Times New Roman"/>
                <a:cs typeface="Times New Roman"/>
              </a:rPr>
              <a:t>            The dataset provides valuable insights into consumer behavior, helping to analyze who is more likely to purchase a bike based on lifestyle, financial status, and commuting habits. This structured dataset allows for effective data visualization and business intelligence analysis to inform marketing strategies and operational decisions.</a:t>
            </a:r>
            <a:endParaRPr lang="en-US"/>
          </a:p>
          <a:p>
            <a:pPr marL="0" indent="0">
              <a:lnSpc>
                <a:spcPct val="120000"/>
              </a:lnSpc>
              <a:buNone/>
            </a:pPr>
            <a:r>
              <a:rPr lang="en-US" sz="1800" dirty="0">
                <a:latin typeface="Times New Roman"/>
                <a:cs typeface="Times New Roman"/>
              </a:rPr>
              <a:t>     This project involved multiple steps, from data preparation and cleaning to analysis and visualization, ensuring an effective and structured approach to extracting insights. Below is the detailed process:</a:t>
            </a:r>
          </a:p>
          <a:p>
            <a:pPr marL="685800">
              <a:spcBef>
                <a:spcPts val="500"/>
              </a:spcBef>
              <a:buFont typeface="Arial"/>
            </a:pPr>
            <a:r>
              <a:rPr lang="en-US" sz="1800" dirty="0">
                <a:latin typeface="Times New Roman"/>
                <a:ea typeface="+mn-lt"/>
                <a:cs typeface="+mn-lt"/>
              </a:rPr>
              <a:t>Data Cleaning and Data Formatting</a:t>
            </a:r>
          </a:p>
          <a:p>
            <a:pPr lvl="1"/>
            <a:r>
              <a:rPr lang="en-US" sz="1800" dirty="0">
                <a:latin typeface="Times New Roman"/>
                <a:ea typeface="+mn-lt"/>
                <a:cs typeface="+mn-lt"/>
              </a:rPr>
              <a:t>Created Pivot table and Built Recommended Chart based on pivot table</a:t>
            </a:r>
            <a:endParaRPr lang="en-US">
              <a:latin typeface="Times New Roman"/>
              <a:ea typeface="+mn-lt"/>
              <a:cs typeface="+mn-lt"/>
            </a:endParaRPr>
          </a:p>
          <a:p>
            <a:pPr lvl="1"/>
            <a:r>
              <a:rPr lang="en-US" sz="1800" dirty="0">
                <a:latin typeface="Times New Roman"/>
                <a:ea typeface="+mn-lt"/>
                <a:cs typeface="+mn-lt"/>
              </a:rPr>
              <a:t>Created Slicers</a:t>
            </a:r>
            <a:endParaRPr lang="en-US">
              <a:latin typeface="Times New Roman"/>
              <a:ea typeface="+mn-lt"/>
              <a:cs typeface="+mn-lt"/>
            </a:endParaRPr>
          </a:p>
          <a:p>
            <a:pPr lvl="1"/>
            <a:r>
              <a:rPr lang="en-US" sz="1800" dirty="0">
                <a:latin typeface="Times New Roman"/>
                <a:ea typeface="+mn-lt"/>
                <a:cs typeface="+mn-lt"/>
              </a:rPr>
              <a:t>Finally built interactive dashboard</a:t>
            </a:r>
            <a:endParaRPr lang="en-US">
              <a:latin typeface="Times New Roman"/>
              <a:ea typeface="+mn-lt"/>
              <a:cs typeface="+mn-lt"/>
            </a:endParaRPr>
          </a:p>
          <a:p>
            <a:pPr marL="457200" lvl="1" indent="0">
              <a:lnSpc>
                <a:spcPct val="120000"/>
              </a:lnSpc>
              <a:buNone/>
            </a:pPr>
            <a:endParaRPr lang="en-US" sz="1800" dirty="0">
              <a:solidFill>
                <a:srgbClr val="000000"/>
              </a:solidFill>
              <a:latin typeface="Times New Roman"/>
              <a:cs typeface="Times New Roman"/>
            </a:endParaRPr>
          </a:p>
        </p:txBody>
      </p:sp>
      <p:pic>
        <p:nvPicPr>
          <p:cNvPr id="4" name="Picture 3">
            <a:extLst>
              <a:ext uri="{FF2B5EF4-FFF2-40B4-BE49-F238E27FC236}">
                <a16:creationId xmlns:a16="http://schemas.microsoft.com/office/drawing/2014/main" id="{606C93EC-780C-49DC-48F0-F9584FC16736}"/>
              </a:ext>
            </a:extLst>
          </p:cNvPr>
          <p:cNvPicPr>
            <a:picLocks noChangeAspect="1"/>
          </p:cNvPicPr>
          <p:nvPr/>
        </p:nvPicPr>
        <p:blipFill>
          <a:blip r:embed="rId2"/>
          <a:stretch>
            <a:fillRect/>
          </a:stretch>
        </p:blipFill>
        <p:spPr>
          <a:xfrm>
            <a:off x="1075460" y="2493817"/>
            <a:ext cx="10068789" cy="665020"/>
          </a:xfrm>
          <a:prstGeom prst="rect">
            <a:avLst/>
          </a:prstGeom>
        </p:spPr>
      </p:pic>
    </p:spTree>
    <p:extLst>
      <p:ext uri="{BB962C8B-B14F-4D97-AF65-F5344CB8AC3E}">
        <p14:creationId xmlns:p14="http://schemas.microsoft.com/office/powerpoint/2010/main" val="89489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DC63B-2C01-0378-972C-8D06658BE98D}"/>
              </a:ext>
            </a:extLst>
          </p:cNvPr>
          <p:cNvSpPr>
            <a:spLocks noGrp="1"/>
          </p:cNvSpPr>
          <p:nvPr>
            <p:ph type="title"/>
          </p:nvPr>
        </p:nvSpPr>
        <p:spPr>
          <a:xfrm>
            <a:off x="838200" y="365125"/>
            <a:ext cx="10515600" cy="563563"/>
          </a:xfrm>
        </p:spPr>
        <p:txBody>
          <a:bodyPr>
            <a:normAutofit/>
          </a:bodyPr>
          <a:lstStyle/>
          <a:p>
            <a:pPr algn="ctr"/>
            <a:r>
              <a:rPr lang="en-US" sz="2800" b="1" dirty="0">
                <a:solidFill>
                  <a:srgbClr val="242424"/>
                </a:solidFill>
                <a:highlight>
                  <a:srgbClr val="FFFFFF"/>
                </a:highlight>
                <a:latin typeface="Times New Roman"/>
                <a:cs typeface="Times New Roman"/>
              </a:rPr>
              <a:t>DATA CLEANING AND TRANSFORMATION</a:t>
            </a:r>
            <a:endParaRPr lang="en-US" sz="2800" dirty="0">
              <a:latin typeface="Times New Roman"/>
              <a:cs typeface="Times New Roman"/>
            </a:endParaRPr>
          </a:p>
        </p:txBody>
      </p:sp>
      <p:sp>
        <p:nvSpPr>
          <p:cNvPr id="3" name="Content Placeholder 2">
            <a:extLst>
              <a:ext uri="{FF2B5EF4-FFF2-40B4-BE49-F238E27FC236}">
                <a16:creationId xmlns:a16="http://schemas.microsoft.com/office/drawing/2014/main" id="{2BEA27AD-1FEC-37E4-48CF-CBDADD427CEF}"/>
              </a:ext>
            </a:extLst>
          </p:cNvPr>
          <p:cNvSpPr>
            <a:spLocks noGrp="1"/>
          </p:cNvSpPr>
          <p:nvPr>
            <p:ph idx="1"/>
          </p:nvPr>
        </p:nvSpPr>
        <p:spPr>
          <a:xfrm>
            <a:off x="838200" y="1146550"/>
            <a:ext cx="10515600" cy="5134117"/>
          </a:xfrm>
        </p:spPr>
        <p:txBody>
          <a:bodyPr vert="horz" lIns="91440" tIns="45720" rIns="91440" bIns="45720" rtlCol="0" anchor="t">
            <a:noAutofit/>
          </a:bodyPr>
          <a:lstStyle/>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Identified and removed duplicate records using Excel’s ‘Remove Duplicates’ feature to enhance data integrity.</a:t>
            </a:r>
            <a:endParaRPr lang="en-US">
              <a:latin typeface="Times New Roman"/>
              <a:cs typeface="Times New Roman"/>
            </a:endParaRPr>
          </a:p>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Standardized categorical variables (Marital Status and Gender) using ‘Find and Replace’ (</a:t>
            </a:r>
            <a:r>
              <a:rPr lang="en-US" sz="1800" err="1">
                <a:solidFill>
                  <a:srgbClr val="242424"/>
                </a:solidFill>
                <a:highlight>
                  <a:srgbClr val="FFFFFF"/>
                </a:highlight>
                <a:latin typeface="Times New Roman"/>
                <a:ea typeface="+mn-lt"/>
                <a:cs typeface="+mn-lt"/>
              </a:rPr>
              <a:t>Ctrl+H</a:t>
            </a:r>
            <a:r>
              <a:rPr lang="en-US" sz="1800" dirty="0">
                <a:solidFill>
                  <a:srgbClr val="242424"/>
                </a:solidFill>
                <a:highlight>
                  <a:srgbClr val="FFFFFF"/>
                </a:highlight>
                <a:latin typeface="Times New Roman"/>
                <a:ea typeface="+mn-lt"/>
                <a:cs typeface="+mn-lt"/>
              </a:rPr>
              <a:t>) to improve readability, user-friendliness and consistency in reporting.</a:t>
            </a:r>
            <a:endParaRPr lang="en-US" sz="1800">
              <a:latin typeface="Times New Roman"/>
              <a:ea typeface="+mn-lt"/>
              <a:cs typeface="+mn-lt"/>
            </a:endParaRPr>
          </a:p>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 Income column- change the format(removing the decimal point) Reviewed and ensured consistency in the ‘Income’ column’s currency format.</a:t>
            </a:r>
            <a:endParaRPr lang="en-US" sz="1800" dirty="0">
              <a:solidFill>
                <a:srgbClr val="000000"/>
              </a:solidFill>
              <a:latin typeface="Times New Roman"/>
              <a:ea typeface="+mn-lt"/>
              <a:cs typeface="Times New Roman"/>
            </a:endParaRPr>
          </a:p>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Addressed potential sorting issues in the ‘Commute Distance’ column by standardizing the ‘More than 10 miles’ category which improves sorting in the pivot table.</a:t>
            </a:r>
            <a:endParaRPr lang="en-US" sz="1800" dirty="0">
              <a:solidFill>
                <a:srgbClr val="000000"/>
              </a:solidFill>
              <a:latin typeface="Times New Roman"/>
              <a:ea typeface="+mn-lt"/>
              <a:cs typeface="Times New Roman"/>
            </a:endParaRPr>
          </a:p>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Created a new column named “Age Brackets” to group individual ages into broader categories for more meaningful visualizations.</a:t>
            </a:r>
            <a:endParaRPr lang="en-US" sz="1800" dirty="0">
              <a:solidFill>
                <a:srgbClr val="000000"/>
              </a:solidFill>
              <a:latin typeface="Times New Roman"/>
              <a:ea typeface="+mn-lt"/>
              <a:cs typeface="Times New Roman"/>
            </a:endParaRPr>
          </a:p>
          <a:p>
            <a:pPr marL="342900" indent="-342900" algn="just">
              <a:lnSpc>
                <a:spcPct val="100000"/>
              </a:lnSpc>
              <a:buAutoNum type="romanUcPeriod"/>
            </a:pPr>
            <a:r>
              <a:rPr lang="en-US" sz="1800" dirty="0">
                <a:solidFill>
                  <a:srgbClr val="242424"/>
                </a:solidFill>
                <a:highlight>
                  <a:srgbClr val="FFFFFF"/>
                </a:highlight>
                <a:latin typeface="Times New Roman"/>
                <a:ea typeface="+mn-lt"/>
                <a:cs typeface="+mn-lt"/>
              </a:rPr>
              <a:t>Next, I assigned age brackets based on the “Age” column using a nested IF statement. For example:</a:t>
            </a:r>
            <a:endParaRPr lang="en-US" sz="1800" dirty="0">
              <a:latin typeface="Times New Roman"/>
              <a:cs typeface="Times New Roman"/>
            </a:endParaRPr>
          </a:p>
          <a:p>
            <a:pPr lvl="1" algn="just">
              <a:lnSpc>
                <a:spcPct val="100000"/>
              </a:lnSpc>
              <a:buFont typeface="Courier New"/>
              <a:buChar char="o"/>
            </a:pPr>
            <a:r>
              <a:rPr lang="en-US" sz="1800" dirty="0">
                <a:solidFill>
                  <a:srgbClr val="242424"/>
                </a:solidFill>
                <a:highlight>
                  <a:srgbClr val="FFFFFF"/>
                </a:highlight>
                <a:latin typeface="Times New Roman"/>
                <a:ea typeface="+mn-lt"/>
                <a:cs typeface="+mn-lt"/>
              </a:rPr>
              <a:t>If Age is less than 31, the “Age Bracket” is “adolescent”</a:t>
            </a:r>
            <a:endParaRPr lang="en-US" sz="1800">
              <a:latin typeface="Times New Roman"/>
              <a:cs typeface="Times New Roman"/>
            </a:endParaRPr>
          </a:p>
          <a:p>
            <a:pPr lvl="1" algn="just">
              <a:lnSpc>
                <a:spcPct val="100000"/>
              </a:lnSpc>
              <a:buFont typeface="Courier New"/>
              <a:buChar char="o"/>
            </a:pPr>
            <a:r>
              <a:rPr lang="en-US" sz="1800" dirty="0">
                <a:solidFill>
                  <a:srgbClr val="242424"/>
                </a:solidFill>
                <a:highlight>
                  <a:srgbClr val="FFFFFF"/>
                </a:highlight>
                <a:latin typeface="Times New Roman"/>
                <a:ea typeface="+mn-lt"/>
                <a:cs typeface="+mn-lt"/>
              </a:rPr>
              <a:t>If Age is greater than or equal to 31 and less than or equal to 54, the “Age Bracket” is “middle age”</a:t>
            </a:r>
            <a:endParaRPr lang="en-US" sz="1800">
              <a:latin typeface="Times New Roman"/>
              <a:cs typeface="Times New Roman"/>
            </a:endParaRPr>
          </a:p>
          <a:p>
            <a:pPr lvl="1" algn="just">
              <a:lnSpc>
                <a:spcPct val="100000"/>
              </a:lnSpc>
              <a:buFont typeface="Courier New"/>
              <a:buChar char="o"/>
            </a:pPr>
            <a:r>
              <a:rPr lang="en-US" sz="1800" dirty="0">
                <a:solidFill>
                  <a:srgbClr val="242424"/>
                </a:solidFill>
                <a:highlight>
                  <a:srgbClr val="FFFFFF"/>
                </a:highlight>
                <a:latin typeface="Times New Roman"/>
                <a:ea typeface="+mn-lt"/>
                <a:cs typeface="+mn-lt"/>
              </a:rPr>
              <a:t>If Age is greater than 54, the “Age Bracket” is “old”</a:t>
            </a:r>
            <a:endParaRPr lang="en-US" sz="1800">
              <a:latin typeface="Times New Roman"/>
              <a:cs typeface="Times New Roman"/>
            </a:endParaRPr>
          </a:p>
          <a:p>
            <a:pPr lvl="1" indent="-342900">
              <a:lnSpc>
                <a:spcPct val="100000"/>
              </a:lnSpc>
              <a:buNone/>
            </a:pPr>
            <a:r>
              <a:rPr lang="en-US" sz="1800" b="1" i="1" dirty="0">
                <a:solidFill>
                  <a:srgbClr val="242424"/>
                </a:solidFill>
                <a:highlight>
                  <a:srgbClr val="FFFFFF"/>
                </a:highlight>
                <a:latin typeface="Times New Roman"/>
                <a:ea typeface="+mn-lt"/>
                <a:cs typeface="+mn-lt"/>
              </a:rPr>
              <a:t>=IF(L3&gt;54,”Old”,IF(L3&gt;=31,”Middle </a:t>
            </a:r>
            <a:r>
              <a:rPr lang="en-US" sz="1800" b="1" i="1" err="1">
                <a:solidFill>
                  <a:srgbClr val="242424"/>
                </a:solidFill>
                <a:highlight>
                  <a:srgbClr val="FFFFFF"/>
                </a:highlight>
                <a:latin typeface="Times New Roman"/>
                <a:ea typeface="+mn-lt"/>
                <a:cs typeface="+mn-lt"/>
              </a:rPr>
              <a:t>Age”,IF</a:t>
            </a:r>
            <a:r>
              <a:rPr lang="en-US" sz="1800" b="1" i="1" dirty="0">
                <a:solidFill>
                  <a:srgbClr val="242424"/>
                </a:solidFill>
                <a:highlight>
                  <a:srgbClr val="FFFFFF"/>
                </a:highlight>
                <a:latin typeface="Times New Roman"/>
                <a:ea typeface="+mn-lt"/>
                <a:cs typeface="+mn-lt"/>
              </a:rPr>
              <a:t>(L3&lt; 31, “</a:t>
            </a:r>
            <a:r>
              <a:rPr lang="en-US" sz="1800" b="1" i="1" err="1">
                <a:solidFill>
                  <a:srgbClr val="242424"/>
                </a:solidFill>
                <a:highlight>
                  <a:srgbClr val="FFFFFF"/>
                </a:highlight>
                <a:latin typeface="Times New Roman"/>
                <a:ea typeface="+mn-lt"/>
                <a:cs typeface="+mn-lt"/>
              </a:rPr>
              <a:t>Adolescent”,”Invalid</a:t>
            </a:r>
            <a:r>
              <a:rPr lang="en-US" sz="1800" b="1" i="1" dirty="0">
                <a:solidFill>
                  <a:srgbClr val="242424"/>
                </a:solidFill>
                <a:highlight>
                  <a:srgbClr val="FFFFFF"/>
                </a:highlight>
                <a:latin typeface="Times New Roman"/>
                <a:ea typeface="+mn-lt"/>
                <a:cs typeface="+mn-lt"/>
              </a:rPr>
              <a:t>”)))</a:t>
            </a:r>
            <a:endParaRPr lang="en-US" sz="1800">
              <a:highlight>
                <a:srgbClr val="FFFFFF"/>
              </a:highlight>
              <a:latin typeface="Times New Roman"/>
              <a:ea typeface="+mn-lt"/>
              <a:cs typeface="+mn-lt"/>
            </a:endParaRPr>
          </a:p>
          <a:p>
            <a:pPr marL="457200" lvl="1" indent="-342900" algn="ctr">
              <a:buNone/>
            </a:pPr>
            <a:endParaRPr lang="en-US" sz="1100" dirty="0">
              <a:solidFill>
                <a:srgbClr val="242424"/>
              </a:solidFill>
              <a:highlight>
                <a:srgbClr val="FFFFFF"/>
              </a:highlight>
            </a:endParaRPr>
          </a:p>
        </p:txBody>
      </p:sp>
    </p:spTree>
    <p:extLst>
      <p:ext uri="{BB962C8B-B14F-4D97-AF65-F5344CB8AC3E}">
        <p14:creationId xmlns:p14="http://schemas.microsoft.com/office/powerpoint/2010/main" val="1122432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E22C-3CA2-B0B6-FCA8-1303881C0647}"/>
              </a:ext>
            </a:extLst>
          </p:cNvPr>
          <p:cNvSpPr>
            <a:spLocks noGrp="1"/>
          </p:cNvSpPr>
          <p:nvPr>
            <p:ph type="title"/>
          </p:nvPr>
        </p:nvSpPr>
        <p:spPr>
          <a:xfrm>
            <a:off x="838200" y="365125"/>
            <a:ext cx="10515600" cy="646691"/>
          </a:xfrm>
        </p:spPr>
        <p:txBody>
          <a:bodyPr>
            <a:normAutofit/>
          </a:bodyPr>
          <a:lstStyle/>
          <a:p>
            <a:pPr algn="ctr"/>
            <a:r>
              <a:rPr lang="en-US" sz="2800" b="1" dirty="0">
                <a:solidFill>
                  <a:srgbClr val="242424"/>
                </a:solidFill>
                <a:highlight>
                  <a:srgbClr val="FFFFFF"/>
                </a:highlight>
                <a:latin typeface="Times New Roman"/>
                <a:cs typeface="Times New Roman"/>
              </a:rPr>
              <a:t>CREATE PIVOT TABLE AND RECOMMENDED CHARTS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539A3F82-F387-F2C7-C217-DC674653BA7F}"/>
              </a:ext>
            </a:extLst>
          </p:cNvPr>
          <p:cNvSpPr>
            <a:spLocks noGrp="1"/>
          </p:cNvSpPr>
          <p:nvPr>
            <p:ph idx="1"/>
          </p:nvPr>
        </p:nvSpPr>
        <p:spPr>
          <a:xfrm>
            <a:off x="838200" y="1188316"/>
            <a:ext cx="10515600" cy="4988647"/>
          </a:xfrm>
        </p:spPr>
        <p:txBody>
          <a:bodyPr vert="horz" lIns="91440" tIns="45720" rIns="91440" bIns="45720" rtlCol="0" anchor="t">
            <a:normAutofit/>
          </a:bodyPr>
          <a:lstStyle/>
          <a:p>
            <a:pPr marL="0" indent="0">
              <a:buNone/>
            </a:pPr>
            <a:r>
              <a:rPr lang="en-US" sz="1800" b="1" dirty="0">
                <a:highlight>
                  <a:srgbClr val="FFFFFF"/>
                </a:highlight>
                <a:latin typeface="Times New Roman"/>
                <a:ea typeface="+mn-lt"/>
                <a:cs typeface="+mn-lt"/>
              </a:rPr>
              <a:t>Pivot Table 1:</a:t>
            </a:r>
            <a:r>
              <a:rPr lang="en-US" sz="1800" dirty="0">
                <a:highlight>
                  <a:srgbClr val="FFFFFF"/>
                </a:highlight>
                <a:latin typeface="Times New Roman"/>
                <a:ea typeface="+mn-lt"/>
                <a:cs typeface="+mn-lt"/>
              </a:rPr>
              <a:t> Average Income by Gender and Purchase Status</a:t>
            </a:r>
            <a:endParaRPr lang="en-US" sz="1800" dirty="0">
              <a:latin typeface="Times New Roman"/>
            </a:endParaRPr>
          </a:p>
          <a:p>
            <a:pPr marL="0" indent="0">
              <a:buNone/>
            </a:pPr>
            <a:endParaRPr lang="en-US" dirty="0"/>
          </a:p>
        </p:txBody>
      </p:sp>
      <p:pic>
        <p:nvPicPr>
          <p:cNvPr id="4" name="Picture 3" descr="A screenshot of a graph&#10;&#10;AI-generated content may be incorrect.">
            <a:extLst>
              <a:ext uri="{FF2B5EF4-FFF2-40B4-BE49-F238E27FC236}">
                <a16:creationId xmlns:a16="http://schemas.microsoft.com/office/drawing/2014/main" id="{62F22403-023E-1296-92FC-3C38F5647FF0}"/>
              </a:ext>
            </a:extLst>
          </p:cNvPr>
          <p:cNvPicPr>
            <a:picLocks noChangeAspect="1"/>
          </p:cNvPicPr>
          <p:nvPr/>
        </p:nvPicPr>
        <p:blipFill>
          <a:blip r:embed="rId2"/>
          <a:stretch>
            <a:fillRect/>
          </a:stretch>
        </p:blipFill>
        <p:spPr>
          <a:xfrm>
            <a:off x="2085110" y="1713634"/>
            <a:ext cx="7024253" cy="4303568"/>
          </a:xfrm>
          <a:prstGeom prst="rect">
            <a:avLst/>
          </a:prstGeom>
        </p:spPr>
      </p:pic>
    </p:spTree>
    <p:extLst>
      <p:ext uri="{BB962C8B-B14F-4D97-AF65-F5344CB8AC3E}">
        <p14:creationId xmlns:p14="http://schemas.microsoft.com/office/powerpoint/2010/main" val="1038151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5C0E2-774F-901A-5328-419954402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A0E04-3106-EA5C-D9CC-7FB5DD0587F4}"/>
              </a:ext>
            </a:extLst>
          </p:cNvPr>
          <p:cNvSpPr>
            <a:spLocks noGrp="1"/>
          </p:cNvSpPr>
          <p:nvPr>
            <p:ph type="title"/>
          </p:nvPr>
        </p:nvSpPr>
        <p:spPr>
          <a:xfrm>
            <a:off x="838200" y="365125"/>
            <a:ext cx="10515600" cy="646691"/>
          </a:xfrm>
        </p:spPr>
        <p:txBody>
          <a:bodyPr>
            <a:normAutofit/>
          </a:bodyPr>
          <a:lstStyle/>
          <a:p>
            <a:pPr algn="ctr"/>
            <a:r>
              <a:rPr lang="en-US" sz="2800" b="1" dirty="0">
                <a:solidFill>
                  <a:srgbClr val="242424"/>
                </a:solidFill>
                <a:highlight>
                  <a:srgbClr val="FFFFFF"/>
                </a:highlight>
                <a:latin typeface="Times New Roman"/>
                <a:cs typeface="Times New Roman"/>
              </a:rPr>
              <a:t>CREATE PIVOT TABLE AND RECOMMENDED CHARTS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96E93624-6ACF-586A-94B3-6EEDE881B66D}"/>
              </a:ext>
            </a:extLst>
          </p:cNvPr>
          <p:cNvSpPr>
            <a:spLocks noGrp="1"/>
          </p:cNvSpPr>
          <p:nvPr>
            <p:ph idx="1"/>
          </p:nvPr>
        </p:nvSpPr>
        <p:spPr>
          <a:xfrm>
            <a:off x="838200" y="1188316"/>
            <a:ext cx="10515600" cy="5528974"/>
          </a:xfrm>
        </p:spPr>
        <p:txBody>
          <a:bodyPr vert="horz" lIns="91440" tIns="45720" rIns="91440" bIns="45720" rtlCol="0" anchor="t">
            <a:normAutofit/>
          </a:bodyPr>
          <a:lstStyle/>
          <a:p>
            <a:pPr marL="0" indent="0">
              <a:buNone/>
            </a:pPr>
            <a:r>
              <a:rPr lang="en-US" sz="1800" b="1" dirty="0">
                <a:latin typeface="Times New Roman"/>
                <a:cs typeface="Times New Roman"/>
              </a:rPr>
              <a:t>Pivot table 2: </a:t>
            </a:r>
            <a:r>
              <a:rPr lang="en-US" sz="1800" dirty="0">
                <a:solidFill>
                  <a:srgbClr val="242424"/>
                </a:solidFill>
                <a:highlight>
                  <a:srgbClr val="FFFFFF"/>
                </a:highlight>
                <a:latin typeface="Times New Roman"/>
                <a:ea typeface="+mn-lt"/>
                <a:cs typeface="+mn-lt"/>
              </a:rPr>
              <a:t>Purchase of Bike on basis of distance</a:t>
            </a:r>
            <a:endParaRPr lang="en-US" sz="1800" dirty="0">
              <a:latin typeface="Times New Roman"/>
            </a:endParaRPr>
          </a:p>
          <a:p>
            <a:pPr marL="0" indent="0">
              <a:buNone/>
            </a:pPr>
            <a:endParaRPr lang="en-US" dirty="0"/>
          </a:p>
        </p:txBody>
      </p:sp>
      <p:pic>
        <p:nvPicPr>
          <p:cNvPr id="5" name="Picture 4" descr="A screenshot of a graph&#10;&#10;AI-generated content may be incorrect.">
            <a:extLst>
              <a:ext uri="{FF2B5EF4-FFF2-40B4-BE49-F238E27FC236}">
                <a16:creationId xmlns:a16="http://schemas.microsoft.com/office/drawing/2014/main" id="{62C17B41-0E5D-F320-DD47-75BA2A2505F9}"/>
              </a:ext>
            </a:extLst>
          </p:cNvPr>
          <p:cNvPicPr>
            <a:picLocks noChangeAspect="1"/>
          </p:cNvPicPr>
          <p:nvPr/>
        </p:nvPicPr>
        <p:blipFill>
          <a:blip r:embed="rId2"/>
          <a:stretch>
            <a:fillRect/>
          </a:stretch>
        </p:blipFill>
        <p:spPr>
          <a:xfrm>
            <a:off x="2667000" y="1713635"/>
            <a:ext cx="6899563" cy="4622222"/>
          </a:xfrm>
          <a:prstGeom prst="rect">
            <a:avLst/>
          </a:prstGeom>
        </p:spPr>
      </p:pic>
    </p:spTree>
    <p:extLst>
      <p:ext uri="{BB962C8B-B14F-4D97-AF65-F5344CB8AC3E}">
        <p14:creationId xmlns:p14="http://schemas.microsoft.com/office/powerpoint/2010/main" val="396892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B1EE6-BEBB-AF32-AD71-871B4B6AB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D1595-59D3-EB7D-787E-5E3ED32D6D6A}"/>
              </a:ext>
            </a:extLst>
          </p:cNvPr>
          <p:cNvSpPr>
            <a:spLocks noGrp="1"/>
          </p:cNvSpPr>
          <p:nvPr>
            <p:ph type="title"/>
          </p:nvPr>
        </p:nvSpPr>
        <p:spPr>
          <a:xfrm>
            <a:off x="838200" y="365125"/>
            <a:ext cx="10515600" cy="646691"/>
          </a:xfrm>
        </p:spPr>
        <p:txBody>
          <a:bodyPr>
            <a:normAutofit/>
          </a:bodyPr>
          <a:lstStyle/>
          <a:p>
            <a:pPr algn="ctr"/>
            <a:r>
              <a:rPr lang="en-US" sz="2800" b="1" dirty="0">
                <a:solidFill>
                  <a:srgbClr val="242424"/>
                </a:solidFill>
                <a:highlight>
                  <a:srgbClr val="FFFFFF"/>
                </a:highlight>
                <a:latin typeface="Times New Roman"/>
                <a:cs typeface="Times New Roman"/>
              </a:rPr>
              <a:t>CREATE PIVOT TABLE AND RECOMMENDED CHARTS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CE462ACD-7882-00BF-04A4-AC0BF4DD8632}"/>
              </a:ext>
            </a:extLst>
          </p:cNvPr>
          <p:cNvSpPr>
            <a:spLocks noGrp="1"/>
          </p:cNvSpPr>
          <p:nvPr>
            <p:ph idx="1"/>
          </p:nvPr>
        </p:nvSpPr>
        <p:spPr>
          <a:xfrm>
            <a:off x="838200" y="1188316"/>
            <a:ext cx="10515600" cy="5528974"/>
          </a:xfrm>
        </p:spPr>
        <p:txBody>
          <a:bodyPr vert="horz" lIns="91440" tIns="45720" rIns="91440" bIns="45720" rtlCol="0" anchor="t">
            <a:normAutofit/>
          </a:bodyPr>
          <a:lstStyle/>
          <a:p>
            <a:pPr marL="0" indent="0">
              <a:buNone/>
            </a:pPr>
            <a:r>
              <a:rPr lang="en-US" sz="1800" b="1" dirty="0">
                <a:latin typeface="Times New Roman"/>
                <a:cs typeface="Times New Roman"/>
              </a:rPr>
              <a:t>Pivot table 3: </a:t>
            </a:r>
            <a:r>
              <a:rPr lang="en-US" sz="1800" dirty="0">
                <a:solidFill>
                  <a:srgbClr val="242424"/>
                </a:solidFill>
                <a:highlight>
                  <a:srgbClr val="FFFFFF"/>
                </a:highlight>
                <a:latin typeface="Times New Roman"/>
                <a:ea typeface="+mn-lt"/>
                <a:cs typeface="+mn-lt"/>
              </a:rPr>
              <a:t>Purchase of bike on basis of age, gender, </a:t>
            </a:r>
            <a:r>
              <a:rPr lang="en-US" sz="1800" err="1">
                <a:solidFill>
                  <a:srgbClr val="242424"/>
                </a:solidFill>
                <a:highlight>
                  <a:srgbClr val="FFFFFF"/>
                </a:highlight>
                <a:latin typeface="Times New Roman"/>
                <a:ea typeface="+mn-lt"/>
                <a:cs typeface="+mn-lt"/>
              </a:rPr>
              <a:t>Marrital</a:t>
            </a:r>
            <a:r>
              <a:rPr lang="en-US" sz="1800" dirty="0">
                <a:solidFill>
                  <a:srgbClr val="242424"/>
                </a:solidFill>
                <a:highlight>
                  <a:srgbClr val="FFFFFF"/>
                </a:highlight>
                <a:latin typeface="Times New Roman"/>
                <a:ea typeface="+mn-lt"/>
                <a:cs typeface="+mn-lt"/>
              </a:rPr>
              <a:t> status.</a:t>
            </a:r>
            <a:endParaRPr lang="en-US" sz="1800" dirty="0">
              <a:solidFill>
                <a:srgbClr val="000000"/>
              </a:solidFill>
              <a:latin typeface="Times New Roman"/>
              <a:ea typeface="+mn-lt"/>
              <a:cs typeface="+mn-lt"/>
            </a:endParaRPr>
          </a:p>
          <a:p>
            <a:pPr marL="0" indent="0">
              <a:buNone/>
            </a:pPr>
            <a:endParaRPr lang="en-US" dirty="0"/>
          </a:p>
        </p:txBody>
      </p:sp>
      <p:pic>
        <p:nvPicPr>
          <p:cNvPr id="4" name="Picture 3" descr="A screenshot of a computer&#10;&#10;AI-generated content may be incorrect.">
            <a:extLst>
              <a:ext uri="{FF2B5EF4-FFF2-40B4-BE49-F238E27FC236}">
                <a16:creationId xmlns:a16="http://schemas.microsoft.com/office/drawing/2014/main" id="{C8D18D91-8C4D-AC4A-87E2-5A253D3A2C9B}"/>
              </a:ext>
            </a:extLst>
          </p:cNvPr>
          <p:cNvPicPr>
            <a:picLocks noChangeAspect="1"/>
          </p:cNvPicPr>
          <p:nvPr/>
        </p:nvPicPr>
        <p:blipFill>
          <a:blip r:embed="rId2"/>
          <a:stretch>
            <a:fillRect/>
          </a:stretch>
        </p:blipFill>
        <p:spPr>
          <a:xfrm>
            <a:off x="3842471" y="1720995"/>
            <a:ext cx="5213638" cy="4995429"/>
          </a:xfrm>
          <a:prstGeom prst="rect">
            <a:avLst/>
          </a:prstGeom>
        </p:spPr>
      </p:pic>
    </p:spTree>
    <p:extLst>
      <p:ext uri="{BB962C8B-B14F-4D97-AF65-F5344CB8AC3E}">
        <p14:creationId xmlns:p14="http://schemas.microsoft.com/office/powerpoint/2010/main" val="2795192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D844D-DBF3-3CFE-A2E2-8FC178E36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D8281-D1FC-9BE7-8B3E-83C5959761DC}"/>
              </a:ext>
            </a:extLst>
          </p:cNvPr>
          <p:cNvSpPr>
            <a:spLocks noGrp="1"/>
          </p:cNvSpPr>
          <p:nvPr>
            <p:ph type="title"/>
          </p:nvPr>
        </p:nvSpPr>
        <p:spPr>
          <a:xfrm>
            <a:off x="838200" y="365125"/>
            <a:ext cx="10515600" cy="646691"/>
          </a:xfrm>
        </p:spPr>
        <p:txBody>
          <a:bodyPr>
            <a:normAutofit/>
          </a:bodyPr>
          <a:lstStyle/>
          <a:p>
            <a:pPr algn="ctr"/>
            <a:r>
              <a:rPr lang="en-US" sz="2800" b="1" dirty="0">
                <a:solidFill>
                  <a:srgbClr val="242424"/>
                </a:solidFill>
                <a:highlight>
                  <a:srgbClr val="FFFFFF"/>
                </a:highlight>
                <a:latin typeface="Times New Roman"/>
                <a:cs typeface="Times New Roman"/>
              </a:rPr>
              <a:t>CREATE PIVOT TABLE AND RECOMMENDED CHARTS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EF65A5DA-D8F0-7839-69DB-A53B178AB152}"/>
              </a:ext>
            </a:extLst>
          </p:cNvPr>
          <p:cNvSpPr>
            <a:spLocks noGrp="1"/>
          </p:cNvSpPr>
          <p:nvPr>
            <p:ph idx="1"/>
          </p:nvPr>
        </p:nvSpPr>
        <p:spPr>
          <a:xfrm>
            <a:off x="838200" y="1188316"/>
            <a:ext cx="10515600" cy="5528974"/>
          </a:xfrm>
        </p:spPr>
        <p:txBody>
          <a:bodyPr vert="horz" lIns="91440" tIns="45720" rIns="91440" bIns="45720" rtlCol="0" anchor="t">
            <a:normAutofit/>
          </a:bodyPr>
          <a:lstStyle/>
          <a:p>
            <a:pPr marL="0" indent="0">
              <a:buNone/>
            </a:pPr>
            <a:r>
              <a:rPr lang="en-US" sz="1800" b="1" dirty="0">
                <a:latin typeface="Times New Roman"/>
                <a:cs typeface="Times New Roman"/>
              </a:rPr>
              <a:t>Pivot table 4: </a:t>
            </a:r>
            <a:r>
              <a:rPr lang="en-US" sz="1800" dirty="0">
                <a:solidFill>
                  <a:srgbClr val="242424"/>
                </a:solidFill>
                <a:highlight>
                  <a:srgbClr val="FFFFFF"/>
                </a:highlight>
                <a:latin typeface="Times New Roman"/>
                <a:ea typeface="+mn-lt"/>
                <a:cs typeface="+mn-lt"/>
              </a:rPr>
              <a:t>Purchase of bike on basis of age</a:t>
            </a:r>
            <a:endParaRPr lang="en-US" sz="1800" dirty="0">
              <a:solidFill>
                <a:srgbClr val="242424"/>
              </a:solidFill>
              <a:highlight>
                <a:srgbClr val="FFFFFF"/>
              </a:highlight>
              <a:latin typeface="Times New Roman"/>
              <a:cs typeface="Times New Roman"/>
            </a:endParaRPr>
          </a:p>
          <a:p>
            <a:pPr marL="0" indent="0">
              <a:buNone/>
            </a:pPr>
            <a:endParaRPr lang="en-US" sz="1800" b="1" dirty="0">
              <a:solidFill>
                <a:srgbClr val="000000"/>
              </a:solidFill>
              <a:latin typeface="Times New Roman"/>
              <a:cs typeface="Times New Roman"/>
            </a:endParaRPr>
          </a:p>
          <a:p>
            <a:pPr marL="0" indent="0">
              <a:buNone/>
            </a:pPr>
            <a:endParaRPr lang="en-US" dirty="0"/>
          </a:p>
        </p:txBody>
      </p:sp>
      <p:pic>
        <p:nvPicPr>
          <p:cNvPr id="4" name="Picture 3" descr="A screenshot of a graph&#10;&#10;AI-generated content may be incorrect.">
            <a:extLst>
              <a:ext uri="{FF2B5EF4-FFF2-40B4-BE49-F238E27FC236}">
                <a16:creationId xmlns:a16="http://schemas.microsoft.com/office/drawing/2014/main" id="{E437F847-144E-A17C-3905-8CC40A7D8D84}"/>
              </a:ext>
            </a:extLst>
          </p:cNvPr>
          <p:cNvPicPr>
            <a:picLocks noChangeAspect="1"/>
          </p:cNvPicPr>
          <p:nvPr/>
        </p:nvPicPr>
        <p:blipFill>
          <a:blip r:embed="rId2"/>
          <a:stretch>
            <a:fillRect/>
          </a:stretch>
        </p:blipFill>
        <p:spPr>
          <a:xfrm>
            <a:off x="2706832" y="1716665"/>
            <a:ext cx="7346372" cy="4726998"/>
          </a:xfrm>
          <a:prstGeom prst="rect">
            <a:avLst/>
          </a:prstGeom>
        </p:spPr>
      </p:pic>
    </p:spTree>
    <p:extLst>
      <p:ext uri="{BB962C8B-B14F-4D97-AF65-F5344CB8AC3E}">
        <p14:creationId xmlns:p14="http://schemas.microsoft.com/office/powerpoint/2010/main" val="4039552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205B6-5A61-3406-4D58-D7BFF930F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740F3-2855-BFD0-54D2-8C4FF0F6236C}"/>
              </a:ext>
            </a:extLst>
          </p:cNvPr>
          <p:cNvSpPr>
            <a:spLocks noGrp="1"/>
          </p:cNvSpPr>
          <p:nvPr>
            <p:ph type="title"/>
          </p:nvPr>
        </p:nvSpPr>
        <p:spPr>
          <a:xfrm>
            <a:off x="838200" y="365125"/>
            <a:ext cx="10515600" cy="646691"/>
          </a:xfrm>
        </p:spPr>
        <p:txBody>
          <a:bodyPr>
            <a:normAutofit/>
          </a:bodyPr>
          <a:lstStyle/>
          <a:p>
            <a:pPr algn="ctr"/>
            <a:r>
              <a:rPr lang="en-US" sz="2800" b="1" dirty="0">
                <a:solidFill>
                  <a:srgbClr val="242424"/>
                </a:solidFill>
                <a:highlight>
                  <a:srgbClr val="FFFFFF"/>
                </a:highlight>
                <a:latin typeface="Times New Roman"/>
                <a:cs typeface="Times New Roman"/>
              </a:rPr>
              <a:t>CREATE PIVOT TABLE AND RECOMMENDED CHARTS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2AF1096C-A9B7-298D-D4F0-430026050DEB}"/>
              </a:ext>
            </a:extLst>
          </p:cNvPr>
          <p:cNvSpPr>
            <a:spLocks noGrp="1"/>
          </p:cNvSpPr>
          <p:nvPr>
            <p:ph idx="1"/>
          </p:nvPr>
        </p:nvSpPr>
        <p:spPr>
          <a:xfrm>
            <a:off x="838200" y="1188316"/>
            <a:ext cx="10515600" cy="5528974"/>
          </a:xfrm>
        </p:spPr>
        <p:txBody>
          <a:bodyPr vert="horz" lIns="91440" tIns="45720" rIns="91440" bIns="45720" rtlCol="0" anchor="t">
            <a:normAutofit/>
          </a:bodyPr>
          <a:lstStyle/>
          <a:p>
            <a:pPr marL="0" indent="0">
              <a:buNone/>
            </a:pPr>
            <a:r>
              <a:rPr lang="en-US" sz="1800" b="1" dirty="0">
                <a:latin typeface="Times New Roman"/>
                <a:cs typeface="Times New Roman"/>
              </a:rPr>
              <a:t>Pivot table 5: </a:t>
            </a:r>
            <a:r>
              <a:rPr lang="en-US" sz="1800" dirty="0">
                <a:solidFill>
                  <a:srgbClr val="242424"/>
                </a:solidFill>
                <a:highlight>
                  <a:srgbClr val="FFFFFF"/>
                </a:highlight>
                <a:latin typeface="Times New Roman"/>
                <a:ea typeface="+mn-lt"/>
                <a:cs typeface="+mn-lt"/>
              </a:rPr>
              <a:t>Income by Region and Purchased bike</a:t>
            </a:r>
            <a:endParaRPr lang="en-US" sz="1800" dirty="0">
              <a:solidFill>
                <a:srgbClr val="242424"/>
              </a:solidFill>
              <a:highlight>
                <a:srgbClr val="FFFFFF"/>
              </a:highlight>
              <a:latin typeface="Times New Roman"/>
            </a:endParaRPr>
          </a:p>
          <a:p>
            <a:pPr marL="0" indent="0">
              <a:buNone/>
            </a:pPr>
            <a:endParaRPr lang="en-US" dirty="0"/>
          </a:p>
        </p:txBody>
      </p:sp>
      <p:pic>
        <p:nvPicPr>
          <p:cNvPr id="4" name="Picture 3" descr="A screenshot of a graph&#10;&#10;AI-generated content may be incorrect.">
            <a:extLst>
              <a:ext uri="{FF2B5EF4-FFF2-40B4-BE49-F238E27FC236}">
                <a16:creationId xmlns:a16="http://schemas.microsoft.com/office/drawing/2014/main" id="{D60E796A-3FBA-7A7D-2797-88E522B8EA9E}"/>
              </a:ext>
            </a:extLst>
          </p:cNvPr>
          <p:cNvPicPr>
            <a:picLocks noChangeAspect="1"/>
          </p:cNvPicPr>
          <p:nvPr/>
        </p:nvPicPr>
        <p:blipFill>
          <a:blip r:embed="rId2"/>
          <a:stretch>
            <a:fillRect/>
          </a:stretch>
        </p:blipFill>
        <p:spPr>
          <a:xfrm>
            <a:off x="1920587" y="1871662"/>
            <a:ext cx="8087590" cy="4610965"/>
          </a:xfrm>
          <a:prstGeom prst="rect">
            <a:avLst/>
          </a:prstGeom>
        </p:spPr>
      </p:pic>
    </p:spTree>
    <p:extLst>
      <p:ext uri="{BB962C8B-B14F-4D97-AF65-F5344CB8AC3E}">
        <p14:creationId xmlns:p14="http://schemas.microsoft.com/office/powerpoint/2010/main" val="3239673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D1A4-0C9F-53A0-1FD5-9A97067FA0DC}"/>
              </a:ext>
            </a:extLst>
          </p:cNvPr>
          <p:cNvSpPr>
            <a:spLocks noGrp="1"/>
          </p:cNvSpPr>
          <p:nvPr>
            <p:ph type="title"/>
          </p:nvPr>
        </p:nvSpPr>
        <p:spPr>
          <a:xfrm>
            <a:off x="838200" y="572943"/>
            <a:ext cx="10515600" cy="702109"/>
          </a:xfrm>
        </p:spPr>
        <p:txBody>
          <a:bodyPr>
            <a:normAutofit/>
          </a:bodyPr>
          <a:lstStyle/>
          <a:p>
            <a:pPr algn="ctr"/>
            <a:r>
              <a:rPr lang="en-US" sz="2800" b="1" dirty="0">
                <a:solidFill>
                  <a:srgbClr val="242424"/>
                </a:solidFill>
                <a:highlight>
                  <a:srgbClr val="FFFFFF"/>
                </a:highlight>
                <a:latin typeface="Times New Roman"/>
                <a:cs typeface="Times New Roman"/>
              </a:rPr>
              <a:t>CREATE SLICER</a:t>
            </a:r>
            <a:endParaRPr lang="en-US" sz="2800" dirty="0"/>
          </a:p>
        </p:txBody>
      </p:sp>
      <p:sp>
        <p:nvSpPr>
          <p:cNvPr id="3" name="Content Placeholder 2">
            <a:extLst>
              <a:ext uri="{FF2B5EF4-FFF2-40B4-BE49-F238E27FC236}">
                <a16:creationId xmlns:a16="http://schemas.microsoft.com/office/drawing/2014/main" id="{C2633F62-0ACE-EA17-11FB-02A03D9A27E9}"/>
              </a:ext>
            </a:extLst>
          </p:cNvPr>
          <p:cNvSpPr>
            <a:spLocks noGrp="1"/>
          </p:cNvSpPr>
          <p:nvPr>
            <p:ph idx="1"/>
          </p:nvPr>
        </p:nvSpPr>
        <p:spPr>
          <a:xfrm>
            <a:off x="1378527" y="1576245"/>
            <a:ext cx="10515600" cy="1511156"/>
          </a:xfrm>
        </p:spPr>
        <p:txBody>
          <a:bodyPr vert="horz" lIns="91440" tIns="45720" rIns="91440" bIns="45720" rtlCol="0" anchor="t">
            <a:normAutofit/>
          </a:bodyPr>
          <a:lstStyle/>
          <a:p>
            <a:pPr>
              <a:buNone/>
            </a:pPr>
            <a:r>
              <a:rPr lang="en-US" sz="2000" dirty="0">
                <a:solidFill>
                  <a:srgbClr val="242424"/>
                </a:solidFill>
                <a:highlight>
                  <a:srgbClr val="FFFFFF"/>
                </a:highlight>
                <a:latin typeface="Times New Roman"/>
                <a:ea typeface="+mn-lt"/>
                <a:cs typeface="+mn-lt"/>
              </a:rPr>
              <a:t>Slicer- are visualization that allow viewers to refine the data for themselves</a:t>
            </a:r>
            <a:endParaRPr lang="en-US" sz="2000">
              <a:latin typeface="Times New Roman"/>
              <a:cs typeface="Times New Roman"/>
            </a:endParaRPr>
          </a:p>
          <a:p>
            <a:pPr>
              <a:buNone/>
            </a:pPr>
            <a:r>
              <a:rPr lang="en-US" sz="2000" dirty="0">
                <a:solidFill>
                  <a:srgbClr val="242424"/>
                </a:solidFill>
                <a:highlight>
                  <a:srgbClr val="FFFFFF"/>
                </a:highlight>
                <a:latin typeface="Times New Roman"/>
                <a:ea typeface="+mn-lt"/>
                <a:cs typeface="+mn-lt"/>
              </a:rPr>
              <a:t>This project created 3 slicers </a:t>
            </a:r>
            <a:r>
              <a:rPr lang="en-US" sz="2000" b="1" err="1">
                <a:solidFill>
                  <a:srgbClr val="242424"/>
                </a:solidFill>
                <a:highlight>
                  <a:srgbClr val="FFFFFF"/>
                </a:highlight>
                <a:latin typeface="Times New Roman"/>
                <a:ea typeface="+mn-lt"/>
                <a:cs typeface="+mn-lt"/>
              </a:rPr>
              <a:t>i.e</a:t>
            </a:r>
            <a:r>
              <a:rPr lang="en-US" sz="2000" b="1" dirty="0">
                <a:solidFill>
                  <a:srgbClr val="242424"/>
                </a:solidFill>
                <a:highlight>
                  <a:srgbClr val="FFFFFF"/>
                </a:highlight>
                <a:latin typeface="Times New Roman"/>
                <a:ea typeface="+mn-lt"/>
                <a:cs typeface="+mn-lt"/>
              </a:rPr>
              <a:t> Marital Status, Region and Home ownership.</a:t>
            </a:r>
            <a:endParaRPr lang="en-US" sz="2000">
              <a:latin typeface="Times New Roman"/>
              <a:cs typeface="Times New Roman"/>
            </a:endParaRPr>
          </a:p>
          <a:p>
            <a:pPr marL="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ACE33414-3829-9086-3BDE-AA2282C0A3BB}"/>
              </a:ext>
            </a:extLst>
          </p:cNvPr>
          <p:cNvPicPr>
            <a:picLocks noChangeAspect="1"/>
          </p:cNvPicPr>
          <p:nvPr/>
        </p:nvPicPr>
        <p:blipFill>
          <a:blip r:embed="rId2"/>
          <a:stretch>
            <a:fillRect/>
          </a:stretch>
        </p:blipFill>
        <p:spPr>
          <a:xfrm>
            <a:off x="1773383" y="2722901"/>
            <a:ext cx="8118760" cy="3739760"/>
          </a:xfrm>
          <a:prstGeom prst="rect">
            <a:avLst/>
          </a:prstGeom>
        </p:spPr>
      </p:pic>
    </p:spTree>
    <p:extLst>
      <p:ext uri="{BB962C8B-B14F-4D97-AF65-F5344CB8AC3E}">
        <p14:creationId xmlns:p14="http://schemas.microsoft.com/office/powerpoint/2010/main" val="2594533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9925B-3379-DC6E-B4FF-0D4E12907C2B}"/>
              </a:ext>
            </a:extLst>
          </p:cNvPr>
          <p:cNvSpPr>
            <a:spLocks noGrp="1"/>
          </p:cNvSpPr>
          <p:nvPr>
            <p:ph type="title"/>
          </p:nvPr>
        </p:nvSpPr>
        <p:spPr>
          <a:xfrm>
            <a:off x="838200" y="365125"/>
            <a:ext cx="10515600" cy="549709"/>
          </a:xfrm>
        </p:spPr>
        <p:txBody>
          <a:bodyPr>
            <a:normAutofit/>
          </a:bodyPr>
          <a:lstStyle/>
          <a:p>
            <a:pPr algn="ctr"/>
            <a:r>
              <a:rPr lang="en-US" sz="2800" b="1" dirty="0">
                <a:solidFill>
                  <a:srgbClr val="242424"/>
                </a:solidFill>
                <a:highlight>
                  <a:srgbClr val="FFFFFF"/>
                </a:highlight>
                <a:latin typeface="Times New Roman"/>
                <a:cs typeface="Times New Roman"/>
              </a:rPr>
              <a:t>BUILD INTERACTIVE DASHBOARD</a:t>
            </a:r>
            <a:endParaRPr lang="en-US" sz="2800" dirty="0">
              <a:latin typeface="Times New Roman"/>
              <a:cs typeface="Times New Roman"/>
            </a:endParaRPr>
          </a:p>
        </p:txBody>
      </p:sp>
      <p:pic>
        <p:nvPicPr>
          <p:cNvPr id="4" name="Content Placeholder 3" descr="A screenshot of a computer&#10;&#10;AI-generated content may be incorrect.">
            <a:extLst>
              <a:ext uri="{FF2B5EF4-FFF2-40B4-BE49-F238E27FC236}">
                <a16:creationId xmlns:a16="http://schemas.microsoft.com/office/drawing/2014/main" id="{D7A3B1A4-D874-FF00-EF73-2B1D7C01B1C4}"/>
              </a:ext>
            </a:extLst>
          </p:cNvPr>
          <p:cNvPicPr>
            <a:picLocks noGrp="1" noChangeAspect="1"/>
          </p:cNvPicPr>
          <p:nvPr>
            <p:ph idx="1"/>
          </p:nvPr>
        </p:nvPicPr>
        <p:blipFill>
          <a:blip r:embed="rId2"/>
          <a:stretch>
            <a:fillRect/>
          </a:stretch>
        </p:blipFill>
        <p:spPr>
          <a:xfrm>
            <a:off x="587431" y="1119045"/>
            <a:ext cx="10934010" cy="5515118"/>
          </a:xfrm>
          <a:prstGeom prst="rect">
            <a:avLst/>
          </a:prstGeom>
        </p:spPr>
      </p:pic>
    </p:spTree>
    <p:extLst>
      <p:ext uri="{BB962C8B-B14F-4D97-AF65-F5344CB8AC3E}">
        <p14:creationId xmlns:p14="http://schemas.microsoft.com/office/powerpoint/2010/main" val="109012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C2B1-C54B-FE48-B91B-B4F372D8A4DD}"/>
              </a:ext>
            </a:extLst>
          </p:cNvPr>
          <p:cNvSpPr>
            <a:spLocks noGrp="1"/>
          </p:cNvSpPr>
          <p:nvPr>
            <p:ph type="title"/>
          </p:nvPr>
        </p:nvSpPr>
        <p:spPr>
          <a:xfrm>
            <a:off x="838200" y="365125"/>
            <a:ext cx="10515600" cy="754063"/>
          </a:xfrm>
        </p:spPr>
        <p:txBody>
          <a:bodyPr>
            <a:normAutofit/>
          </a:bodyPr>
          <a:lstStyle/>
          <a:p>
            <a:pPr algn="ctr"/>
            <a:r>
              <a:rPr lang="en-US" sz="2800" b="1">
                <a:latin typeface="Times New Roman"/>
                <a:cs typeface="Times New Roman"/>
              </a:rPr>
              <a:t>CONCLUSION</a:t>
            </a:r>
          </a:p>
        </p:txBody>
      </p:sp>
      <p:sp>
        <p:nvSpPr>
          <p:cNvPr id="3" name="Content Placeholder 2">
            <a:extLst>
              <a:ext uri="{FF2B5EF4-FFF2-40B4-BE49-F238E27FC236}">
                <a16:creationId xmlns:a16="http://schemas.microsoft.com/office/drawing/2014/main" id="{0A6BD545-1C22-25A2-A1DE-BE7CE06A96F4}"/>
              </a:ext>
            </a:extLst>
          </p:cNvPr>
          <p:cNvSpPr>
            <a:spLocks noGrp="1"/>
          </p:cNvSpPr>
          <p:nvPr>
            <p:ph idx="1"/>
          </p:nvPr>
        </p:nvSpPr>
        <p:spPr>
          <a:xfrm>
            <a:off x="838200" y="1287743"/>
            <a:ext cx="10515600" cy="5057308"/>
          </a:xfrm>
        </p:spPr>
        <p:txBody>
          <a:bodyPr vert="horz" lIns="91440" tIns="45720" rIns="91440" bIns="45720" rtlCol="0" anchor="t">
            <a:noAutofit/>
          </a:bodyPr>
          <a:lstStyle/>
          <a:p>
            <a:pPr algn="just">
              <a:buFont typeface="Arial"/>
              <a:buChar char="•"/>
            </a:pPr>
            <a:r>
              <a:rPr lang="en-US" sz="1600" b="1" dirty="0">
                <a:latin typeface="Times New Roman"/>
                <a:ea typeface="+mn-lt"/>
                <a:cs typeface="+mn-lt"/>
              </a:rPr>
              <a:t>Data Reliability:</a:t>
            </a:r>
            <a:r>
              <a:rPr lang="en-US" sz="1600" dirty="0">
                <a:latin typeface="Times New Roman"/>
                <a:ea typeface="+mn-lt"/>
                <a:cs typeface="+mn-lt"/>
              </a:rPr>
              <a:t> Successfully pre-processed a dataset of 1,000 customers by removing duplicates and standardizing categorical fields (e.g., Marital Status, Gender), ensuring an accurate foundation for analysis.</a:t>
            </a:r>
            <a:endParaRPr lang="en-US" sz="1600">
              <a:latin typeface="Times New Roman"/>
              <a:cs typeface="Times New Roman"/>
            </a:endParaRPr>
          </a:p>
          <a:p>
            <a:pPr algn="just">
              <a:buFont typeface="Arial"/>
              <a:buChar char="•"/>
            </a:pPr>
            <a:r>
              <a:rPr lang="en-US" sz="1600" b="1" dirty="0">
                <a:latin typeface="Times New Roman"/>
                <a:ea typeface="+mn-lt"/>
                <a:cs typeface="+mn-lt"/>
              </a:rPr>
              <a:t>Enhanced Segmentation:</a:t>
            </a:r>
            <a:r>
              <a:rPr lang="en-US" sz="1600" dirty="0">
                <a:latin typeface="Times New Roman"/>
                <a:ea typeface="+mn-lt"/>
                <a:cs typeface="+mn-lt"/>
              </a:rPr>
              <a:t> Used </a:t>
            </a:r>
            <a:r>
              <a:rPr lang="en-US" sz="1600" b="1" dirty="0">
                <a:latin typeface="Times New Roman"/>
                <a:ea typeface="+mn-lt"/>
                <a:cs typeface="+mn-lt"/>
              </a:rPr>
              <a:t>Feature Engineering</a:t>
            </a:r>
            <a:r>
              <a:rPr lang="en-US" sz="1600" dirty="0">
                <a:latin typeface="Times New Roman"/>
                <a:ea typeface="+mn-lt"/>
                <a:cs typeface="+mn-lt"/>
              </a:rPr>
              <a:t> (nested IF statements) to create age brackets, revealing that </a:t>
            </a:r>
            <a:r>
              <a:rPr lang="en-US" sz="1600" b="1" dirty="0">
                <a:latin typeface="Times New Roman"/>
                <a:ea typeface="+mn-lt"/>
                <a:cs typeface="+mn-lt"/>
              </a:rPr>
              <a:t>Middle-Aged adults (31–54)</a:t>
            </a:r>
            <a:r>
              <a:rPr lang="en-US" sz="1600" dirty="0">
                <a:latin typeface="Times New Roman"/>
                <a:ea typeface="+mn-lt"/>
                <a:cs typeface="+mn-lt"/>
              </a:rPr>
              <a:t> are the dominant consumer group, purchasing significantly more bikes than adolescents or seniors.</a:t>
            </a:r>
            <a:endParaRPr lang="en-US" sz="1600">
              <a:latin typeface="Times New Roman"/>
              <a:cs typeface="Times New Roman"/>
            </a:endParaRPr>
          </a:p>
          <a:p>
            <a:pPr algn="just">
              <a:buFont typeface="Arial"/>
              <a:buChar char="•"/>
            </a:pPr>
            <a:r>
              <a:rPr lang="en-US" sz="1600" b="1" dirty="0">
                <a:latin typeface="Times New Roman"/>
                <a:ea typeface="+mn-lt"/>
                <a:cs typeface="+mn-lt"/>
              </a:rPr>
              <a:t>Income as a Key Driver:</a:t>
            </a:r>
            <a:r>
              <a:rPr lang="en-US" sz="1600" dirty="0">
                <a:latin typeface="Times New Roman"/>
                <a:ea typeface="+mn-lt"/>
                <a:cs typeface="+mn-lt"/>
              </a:rPr>
              <a:t> Data consistently shows that bike purchasers have a higher average income (e.g., ~$60,124 for males and ~$55,774 for females) compared to non-purchasers, indicating that financial capability strongly influences the decision to buy.</a:t>
            </a:r>
            <a:endParaRPr lang="en-US" sz="1600">
              <a:latin typeface="Times New Roman"/>
              <a:cs typeface="Times New Roman"/>
            </a:endParaRPr>
          </a:p>
          <a:p>
            <a:pPr algn="just">
              <a:buFont typeface="Arial"/>
              <a:buChar char="•"/>
            </a:pPr>
            <a:r>
              <a:rPr lang="en-US" sz="1600" b="1" dirty="0">
                <a:latin typeface="Times New Roman"/>
                <a:ea typeface="+mn-lt"/>
                <a:cs typeface="+mn-lt"/>
              </a:rPr>
              <a:t>Commute Distance Influence:</a:t>
            </a:r>
            <a:r>
              <a:rPr lang="en-US" sz="1600" dirty="0">
                <a:latin typeface="Times New Roman"/>
                <a:ea typeface="+mn-lt"/>
                <a:cs typeface="+mn-lt"/>
              </a:rPr>
              <a:t> Sales peak for customers with short commutes (0–5 miles), suggesting that bikes are viewed primarily as a local transportation or fitness solution rather than a long-distance commute alternative.</a:t>
            </a:r>
            <a:endParaRPr lang="en-US" sz="1600">
              <a:latin typeface="Times New Roman"/>
              <a:cs typeface="Times New Roman"/>
            </a:endParaRPr>
          </a:p>
          <a:p>
            <a:pPr algn="just">
              <a:buFont typeface="Arial"/>
              <a:buChar char="•"/>
            </a:pPr>
            <a:r>
              <a:rPr lang="en-US" sz="1600" b="1" dirty="0">
                <a:latin typeface="Times New Roman"/>
                <a:ea typeface="+mn-lt"/>
                <a:cs typeface="+mn-lt"/>
              </a:rPr>
              <a:t>Strategic Demographic Patterns:</a:t>
            </a:r>
            <a:r>
              <a:rPr lang="en-US" sz="1600" dirty="0">
                <a:latin typeface="Times New Roman"/>
                <a:ea typeface="+mn-lt"/>
                <a:cs typeface="+mn-lt"/>
              </a:rPr>
              <a:t> Married individuals and those with higher education levels (e.g., Graduate Degree holders) exhibited higher purchase rates, providing clear targets for tailored marketing campaigns.</a:t>
            </a:r>
            <a:endParaRPr lang="en-US" sz="1600">
              <a:latin typeface="Times New Roman"/>
              <a:cs typeface="Times New Roman"/>
            </a:endParaRPr>
          </a:p>
          <a:p>
            <a:pPr algn="just">
              <a:buFont typeface="Arial"/>
              <a:buChar char="•"/>
            </a:pPr>
            <a:r>
              <a:rPr lang="en-US" sz="1600" b="1" dirty="0">
                <a:latin typeface="Times New Roman"/>
                <a:ea typeface="+mn-lt"/>
                <a:cs typeface="+mn-lt"/>
              </a:rPr>
              <a:t>Regional Market Dominance:</a:t>
            </a:r>
            <a:r>
              <a:rPr lang="en-US" sz="1600" dirty="0">
                <a:latin typeface="Times New Roman"/>
                <a:ea typeface="+mn-lt"/>
                <a:cs typeface="+mn-lt"/>
              </a:rPr>
              <a:t> </a:t>
            </a:r>
            <a:r>
              <a:rPr lang="en-US" sz="1600" b="1" dirty="0">
                <a:latin typeface="Times New Roman"/>
                <a:ea typeface="+mn-lt"/>
                <a:cs typeface="+mn-lt"/>
              </a:rPr>
              <a:t>North America</a:t>
            </a:r>
            <a:r>
              <a:rPr lang="en-US" sz="1600" dirty="0">
                <a:latin typeface="Times New Roman"/>
                <a:ea typeface="+mn-lt"/>
                <a:cs typeface="+mn-lt"/>
              </a:rPr>
              <a:t> emerged as the primary market for bike purchases, followed by Europe, highlighting specific geographic regions for resource allocation and expansion.</a:t>
            </a:r>
            <a:endParaRPr lang="en-US" sz="1600">
              <a:latin typeface="Times New Roman"/>
              <a:cs typeface="Times New Roman"/>
            </a:endParaRPr>
          </a:p>
          <a:p>
            <a:pPr algn="just">
              <a:buFont typeface="Arial"/>
              <a:buChar char="•"/>
            </a:pPr>
            <a:r>
              <a:rPr lang="en-US" sz="1600" b="1" dirty="0">
                <a:latin typeface="Times New Roman"/>
                <a:ea typeface="+mn-lt"/>
                <a:cs typeface="+mn-lt"/>
              </a:rPr>
              <a:t>Interactive Decision Support:</a:t>
            </a:r>
            <a:r>
              <a:rPr lang="en-US" sz="1600" dirty="0">
                <a:latin typeface="Times New Roman"/>
                <a:ea typeface="+mn-lt"/>
                <a:cs typeface="+mn-lt"/>
              </a:rPr>
              <a:t> The creation of a dynamic dashboard with </a:t>
            </a:r>
            <a:r>
              <a:rPr lang="en-US" sz="1600" b="1" dirty="0">
                <a:latin typeface="Times New Roman"/>
                <a:ea typeface="+mn-lt"/>
                <a:cs typeface="+mn-lt"/>
              </a:rPr>
              <a:t>Slicers</a:t>
            </a:r>
            <a:r>
              <a:rPr lang="en-US" sz="1600" dirty="0">
                <a:latin typeface="Times New Roman"/>
                <a:ea typeface="+mn-lt"/>
                <a:cs typeface="+mn-lt"/>
              </a:rPr>
              <a:t> (Region, Education, Marital Status) transforms raw data into an actionable tool for stakeholders to explore specific micro-markets in real time.</a:t>
            </a:r>
            <a:endParaRPr lang="en-US" sz="1600">
              <a:latin typeface="Times New Roman"/>
              <a:cs typeface="Times New Roman"/>
            </a:endParaRPr>
          </a:p>
          <a:p>
            <a:pPr algn="just">
              <a:buFont typeface="Arial"/>
              <a:buChar char="•"/>
            </a:pPr>
            <a:r>
              <a:rPr lang="en-US" sz="1600" b="1" dirty="0">
                <a:latin typeface="Times New Roman"/>
                <a:ea typeface="+mn-lt"/>
                <a:cs typeface="+mn-lt"/>
              </a:rPr>
              <a:t>Future Market Potential:</a:t>
            </a:r>
            <a:r>
              <a:rPr lang="en-US" sz="1600" dirty="0">
                <a:latin typeface="Times New Roman"/>
                <a:ea typeface="+mn-lt"/>
                <a:cs typeface="+mn-lt"/>
              </a:rPr>
              <a:t> Current 2025 trends indicate a rising demand for specialized products like </a:t>
            </a:r>
            <a:r>
              <a:rPr lang="en-US" sz="1600" b="1" dirty="0">
                <a:latin typeface="Times New Roman"/>
                <a:ea typeface="+mn-lt"/>
                <a:cs typeface="+mn-lt"/>
              </a:rPr>
              <a:t>e-bikes</a:t>
            </a:r>
            <a:r>
              <a:rPr lang="en-US" sz="1600" dirty="0">
                <a:latin typeface="Times New Roman"/>
                <a:ea typeface="+mn-lt"/>
                <a:cs typeface="+mn-lt"/>
              </a:rPr>
              <a:t> and </a:t>
            </a:r>
            <a:r>
              <a:rPr lang="en-US" sz="1600" b="1" dirty="0">
                <a:latin typeface="Times New Roman"/>
                <a:ea typeface="+mn-lt"/>
                <a:cs typeface="+mn-lt"/>
              </a:rPr>
              <a:t>hybrid models</a:t>
            </a:r>
            <a:r>
              <a:rPr lang="en-US" sz="1600" dirty="0">
                <a:latin typeface="Times New Roman"/>
                <a:ea typeface="+mn-lt"/>
                <a:cs typeface="+mn-lt"/>
              </a:rPr>
              <a:t> for health-conscious urban commuters, offering a clear path for future product diversification. </a:t>
            </a:r>
            <a:endParaRPr lang="en-US" sz="1600" dirty="0">
              <a:latin typeface="Times New Roman"/>
              <a:cs typeface="Times New Roman"/>
            </a:endParaRPr>
          </a:p>
        </p:txBody>
      </p:sp>
    </p:spTree>
    <p:extLst>
      <p:ext uri="{BB962C8B-B14F-4D97-AF65-F5344CB8AC3E}">
        <p14:creationId xmlns:p14="http://schemas.microsoft.com/office/powerpoint/2010/main" val="112407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CFB124C-4B0C-4A81-8633-17257B151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006" y="569844"/>
            <a:ext cx="8427988" cy="5649981"/>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descr="Thank you!">
            <a:extLst>
              <a:ext uri="{FF2B5EF4-FFF2-40B4-BE49-F238E27FC236}">
                <a16:creationId xmlns:a16="http://schemas.microsoft.com/office/drawing/2014/main" id="{ACB49952-8C2A-CB4E-3705-CA3AF7EAD8C2}"/>
              </a:ext>
            </a:extLst>
          </p:cNvPr>
          <p:cNvPicPr>
            <a:picLocks noGrp="1" noChangeAspect="1"/>
          </p:cNvPicPr>
          <p:nvPr>
            <p:ph idx="1"/>
          </p:nvPr>
        </p:nvPicPr>
        <p:blipFill>
          <a:blip r:embed="rId2"/>
          <a:srcRect r="287"/>
          <a:stretch>
            <a:fillRect/>
          </a:stretch>
        </p:blipFill>
        <p:spPr>
          <a:xfrm>
            <a:off x="1882006" y="569843"/>
            <a:ext cx="8450714" cy="5649981"/>
          </a:xfrm>
          <a:prstGeom prst="rect">
            <a:avLst/>
          </a:prstGeom>
        </p:spPr>
      </p:pic>
    </p:spTree>
    <p:extLst>
      <p:ext uri="{BB962C8B-B14F-4D97-AF65-F5344CB8AC3E}">
        <p14:creationId xmlns:p14="http://schemas.microsoft.com/office/powerpoint/2010/main" val="1944665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office theme</vt:lpstr>
      <vt:lpstr>ChronicleVTI</vt:lpstr>
      <vt:lpstr>BIKE SALES ANALYSIS DASHBOARD</vt:lpstr>
      <vt:lpstr>OVERVIEW</vt:lpstr>
      <vt:lpstr>INTRODUCTION</vt:lpstr>
      <vt:lpstr>OBJECTIVE</vt:lpstr>
      <vt:lpstr>DATA SOURCE &amp; DATA PREPARATION</vt:lpstr>
      <vt:lpstr>DATA CLEANING AND TRANSFORMATION</vt:lpstr>
      <vt:lpstr>CREATE PIVOT TABLE AND RECOMMENDED CHARTS</vt:lpstr>
      <vt:lpstr>CREATE PIVOT TABLE AND RECOMMENDED CHARTS</vt:lpstr>
      <vt:lpstr>CREATE PIVOT TABLE AND RECOMMENDED CHARTS</vt:lpstr>
      <vt:lpstr>CREATE PIVOT TABLE AND RECOMMENDED CHARTS</vt:lpstr>
      <vt:lpstr>CREATE PIVOT TABLE AND RECOMMENDED CHARTS</vt:lpstr>
      <vt:lpstr>CREATE SLICER</vt:lpstr>
      <vt:lpstr>BUILD INTERACTIVE DASHBOARD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414</cp:revision>
  <dcterms:created xsi:type="dcterms:W3CDTF">2013-07-15T20:26:40Z</dcterms:created>
  <dcterms:modified xsi:type="dcterms:W3CDTF">2025-12-23T08:01:19Z</dcterms:modified>
</cp:coreProperties>
</file>